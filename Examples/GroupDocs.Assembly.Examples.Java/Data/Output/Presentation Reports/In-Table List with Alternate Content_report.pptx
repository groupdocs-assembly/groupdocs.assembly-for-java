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83216023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11761974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642132199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96575688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108489420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86283904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9042796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302282619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81264742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077738392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020509081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46E7D-206A-40D8-8707-65F9EBA66BB8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23A20-7665-47A0-B8AD-ABB5D28A0F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3178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2313271200"/>
              </p:ext>
            </p:extLst>
          </p:nvPr>
        </p:nvGraphicFramePr>
        <p:xfrm>
          <a:off x="838200" y="1973207"/>
          <a:ext cx="5790565" cy="18831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5520"/>
                <a:gridCol w="2265045"/>
              </a:tblGrid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Client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Contract Price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A Company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1200000.0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B Ltd.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750000.0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C &amp; 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350000.0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E Corp.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650000.0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F &amp; Partners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550000.0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G &amp; Co.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350000.0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H Group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250000.0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I &amp; Sons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J Ent.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Total: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4300000.0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val="825731127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2015-10-26T13:48:12Z</dcterms:created>
  <dcterms:modified xsi:type="dcterms:W3CDTF">2026-10-12T20:16:11Z</dcterms:modified>
</cp:coreProperties>
</file>