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83216023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11761974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42132199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9657568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08489420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86283904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9042796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02282619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8126474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77738392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20509081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31783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313271200"/>
              </p:ext>
            </p:extLst>
          </p:nvPr>
        </p:nvGraphicFramePr>
        <p:xfrm>
          <a:off x="838200" y="1973207"/>
          <a:ext cx="5790565" cy="18831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A Company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B Ltd.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750000.0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C &amp; D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E Corp.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650000.0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F &amp; Partners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550000.0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G &amp; Co.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H Group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I &amp; Sons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 Ent.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825731127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2015-10-26T13:48:12Z</dcterms:created>
  <dcterms:modified xsi:type="dcterms:W3CDTF">2026-09-26T20:56:51Z</dcterms:modified>
</cp:coreProperties>
</file>