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783216023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11761974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642132199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89657568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108489420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586283904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904279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02282619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81264742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077738392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020509081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846E7D-206A-40D8-8707-65F9EBA66BB8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723A20-7665-47A0-B8AD-ABB5D28A0FF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31783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val="2313271200"/>
              </p:ext>
            </p:extLst>
          </p:nvPr>
        </p:nvGraphicFramePr>
        <p:xfrm>
          <a:off x="838200" y="1973207"/>
          <a:ext cx="5790565" cy="188316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525520"/>
                <a:gridCol w="2265045"/>
              </a:tblGrid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Client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Contract Price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A Company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1200000.0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B Ltd.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750000.0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C &amp; D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E Corp.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650000.0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F &amp; Partners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550000.0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G &amp; Co.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350000.0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H Group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250000.0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I &amp; Sons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J Ent.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100000.0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  <a:tr h="0"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>
                          <a:effectLst/>
                        </a:rPr>
                        <a:t>Total: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 vert="horz" wrap="square"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ct val="0"/>
                        </a:spcAft>
                      </a:pPr>
                      <a:r>
                        <a:rPr lang="en-US" sz="1100" smtClean="0">
                          <a:effectLst/>
                        </a:rPr>
                        <a:t>4300000.0</a:t>
                      </a:r>
                      <a:endParaRPr lang="ru-RU" sz="110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/>
                </a:tc>
              </a:tr>
            </a:tbl>
          </a:graphicData>
        </a:graphic>
      </p:graphicFrame>
    </p:spTree>
    <p:extLst>
      <p:ext uri="{BB962C8B-B14F-4D97-AF65-F5344CB8AC3E}">
        <p14:creationId val="825731127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0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2015-10-26T13:48:12Z</dcterms:created>
  <dcterms:modified xsi:type="dcterms:W3CDTF">2026-09-25T12:41:09Z</dcterms:modified>
</cp:coreProperties>
</file>