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92124784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11906693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93506162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1755805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6959302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58852387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246261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42461912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40330667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6760750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20506197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1491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NOTE: There is no way to use images inside a foreach tag in PowerPoint.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smtClean="0"/>
              <a:t>Manager: </a:t>
            </a:r>
            <a:r>
              <a:rPr lang="en-US" b="1" smtClean="0"/>
              <a:t>John Smith</a:t>
            </a:r>
            <a:endParaRPr lang="ru-RU"/>
          </a:p>
          <a:p>
            <a:pPr marL="0" indent="0">
              <a:buNone/>
            </a:pPr>
            <a:r>
              <a:rPr lang="en-US" b="1"/>
              <a:t>Clients: </a:t>
            </a:r>
            <a:r>
              <a:rPr lang="en-US" b="1" smtClean="0"/>
              <a:t>A Company</a:t>
            </a:r>
            <a:r>
              <a:rPr lang="en-US" b="1" smtClean="0"/>
              <a:t>, </a:t>
            </a:r>
            <a:r>
              <a:rPr lang="en-US" b="1" smtClean="0"/>
              <a:t>B Ltd.</a:t>
            </a:r>
            <a:r>
              <a:rPr lang="en-US" b="1" smtClean="0"/>
              <a:t>, </a:t>
            </a:r>
            <a:r>
              <a:rPr lang="en-US" b="1" smtClean="0"/>
              <a:t>C &amp; D</a:t>
            </a:r>
            <a:endParaRPr lang="en-US" b="1" smtClean="0"/>
          </a:p>
          <a:p>
            <a:pPr marL="0" indent="0">
              <a:buNone/>
            </a:pPr>
            <a:r>
              <a:rPr lang="en-US" b="1" smtClean="0"/>
              <a:t>Manager: </a:t>
            </a:r>
            <a:r>
              <a:rPr lang="en-US" b="1" smtClean="0"/>
              <a:t>Tony Anderson</a:t>
            </a:r>
            <a:endParaRPr lang="ru-RU"/>
          </a:p>
          <a:p>
            <a:pPr marL="0" indent="0">
              <a:buNone/>
            </a:pPr>
            <a:r>
              <a:rPr lang="en-US" b="1"/>
              <a:t>Clients: </a:t>
            </a:r>
            <a:r>
              <a:rPr lang="en-US" b="1" smtClean="0"/>
              <a:t>E Corp.</a:t>
            </a:r>
            <a:r>
              <a:rPr lang="en-US" b="1" smtClean="0"/>
              <a:t>, </a:t>
            </a:r>
            <a:r>
              <a:rPr lang="en-US" b="1" smtClean="0"/>
              <a:t>F &amp; Partners</a:t>
            </a:r>
            <a:endParaRPr lang="en-US" b="1" smtClean="0"/>
          </a:p>
          <a:p>
            <a:pPr marL="0" indent="0">
              <a:buNone/>
            </a:pPr>
            <a:r>
              <a:rPr lang="en-US" b="1" smtClean="0"/>
              <a:t>Manager: </a:t>
            </a:r>
            <a:r>
              <a:rPr lang="en-US" b="1" smtClean="0"/>
              <a:t>July James</a:t>
            </a:r>
            <a:endParaRPr lang="ru-RU"/>
          </a:p>
          <a:p>
            <a:pPr marL="0" indent="0">
              <a:buNone/>
            </a:pPr>
            <a:r>
              <a:rPr lang="en-US" b="1"/>
              <a:t>Clients: </a:t>
            </a:r>
            <a:r>
              <a:rPr lang="en-US" b="1" smtClean="0"/>
              <a:t>G &amp; Co.</a:t>
            </a:r>
            <a:r>
              <a:rPr lang="en-US" b="1" smtClean="0"/>
              <a:t>, </a:t>
            </a:r>
            <a:r>
              <a:rPr lang="en-US" b="1" smtClean="0"/>
              <a:t>H Group</a:t>
            </a:r>
            <a:r>
              <a:rPr lang="en-US" b="1" smtClean="0"/>
              <a:t>, </a:t>
            </a:r>
            <a:r>
              <a:rPr lang="en-US" b="1" smtClean="0"/>
              <a:t>I &amp; Sons</a:t>
            </a:r>
            <a:r>
              <a:rPr lang="en-US" b="1" smtClean="0"/>
              <a:t>, </a:t>
            </a:r>
            <a:r>
              <a:rPr lang="en-US" b="1" smtClean="0"/>
              <a:t>J Ent.</a:t>
            </a:r>
            <a:endParaRPr lang="en-US" b="1" smtClean="0"/>
          </a:p>
          <a:p>
            <a:pPr marL="0" indent="0">
              <a:buNone/>
            </a:pPr>
            <a:endParaRPr lang="ru-RU"/>
          </a:p>
        </p:txBody>
      </p:sp>
    </p:spTree>
    <p:extLst>
      <p:ext uri="{BB962C8B-B14F-4D97-AF65-F5344CB8AC3E}">
        <p14:creationId val="191317002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7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NOTE: There is no way to use images inside a foreach tag in PowerPoint.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NOTE: There is no way to use images inside a foreach tag in PowerPoint.</dc:title>
  <dc:creator>Иван</dc:creator>
  <cp:lastModifiedBy>Иван</cp:lastModifiedBy>
  <cp:revision>4</cp:revision>
  <dcterms:created xsi:type="dcterms:W3CDTF">2015-10-26T13:40:52Z</dcterms:created>
  <dcterms:modified xsi:type="dcterms:W3CDTF">2026-10-14T20:44:49Z</dcterms:modified>
</cp:coreProperties>
</file>