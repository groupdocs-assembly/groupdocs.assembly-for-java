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Java 26.2-->
<p:presentation xmlns:r="http://schemas.openxmlformats.org/officeDocument/2006/relationships" xmlns:a="http://schemas.openxmlformats.org/drawingml/2006/main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custDataLst>
    <p:tags r:id="rId3"/>
  </p:custData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26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390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2008" cy="72008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2" Type="http://schemas.openxmlformats.org/officeDocument/2006/relationships/slide" Target="slides/slide1.xml" /><Relationship Id="rId3" Type="http://schemas.openxmlformats.org/officeDocument/2006/relationships/tags" Target="tags/tag1.xml" /><Relationship Id="rId4" Type="http://schemas.openxmlformats.org/officeDocument/2006/relationships/presProps" Target="presProps.xml" /><Relationship Id="rId5" Type="http://schemas.openxmlformats.org/officeDocument/2006/relationships/viewProps" Target="viewProps.xml" /><Relationship Id="rId6" Type="http://schemas.openxmlformats.org/officeDocument/2006/relationships/theme" Target="theme/theme1.xml" /><Relationship Id="rId7" Type="http://schemas.openxmlformats.org/officeDocument/2006/relationships/tableStyles" Target="tableStyles.xml" /></Relationship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AA87A3-AC61-42F8-8A15-93C83399576B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E9602-D87A-43B7-AD82-0755440CF0C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592124784"/>
      </p:ext>
    </p:extLst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AA87A3-AC61-42F8-8A15-93C83399576B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E9602-D87A-43B7-AD82-0755440CF0C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811906693"/>
      </p:ext>
    </p:extLst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AA87A3-AC61-42F8-8A15-93C83399576B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E9602-D87A-43B7-AD82-0755440CF0C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993506162"/>
      </p:ext>
    </p:extLst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AA87A3-AC61-42F8-8A15-93C83399576B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E9602-D87A-43B7-AD82-0755440CF0C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117558055"/>
      </p:ext>
    </p:extLst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AA87A3-AC61-42F8-8A15-93C83399576B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E9602-D87A-43B7-AD82-0755440CF0C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26959302"/>
      </p:ext>
    </p:extLst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AA87A3-AC61-42F8-8A15-93C83399576B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E9602-D87A-43B7-AD82-0755440CF0C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258852387"/>
      </p:ext>
    </p:extLst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AA87A3-AC61-42F8-8A15-93C83399576B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E9602-D87A-43B7-AD82-0755440CF0C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92462619"/>
      </p:ext>
    </p:extLst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AA87A3-AC61-42F8-8A15-93C83399576B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E9602-D87A-43B7-AD82-0755440CF0C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842461912"/>
      </p:ext>
    </p:extLst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AA87A3-AC61-42F8-8A15-93C83399576B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E9602-D87A-43B7-AD82-0755440CF0C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440330667"/>
      </p:ext>
    </p:extLst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AA87A3-AC61-42F8-8A15-93C83399576B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E9602-D87A-43B7-AD82-0755440CF0C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676075024"/>
      </p:ext>
    </p:extLst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AA87A3-AC61-42F8-8A15-93C83399576B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E9602-D87A-43B7-AD82-0755440CF0C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4120506197"/>
      </p:ext>
    </p:extLst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4AA87A3-AC61-42F8-8A15-93C83399576B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75E9602-D87A-43B7-AD82-0755440CF0C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214910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NOTE: There is no way to use images inside a foreach tag in PowerPoint.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b="1" smtClean="0"/>
              <a:t>Manager: </a:t>
            </a:r>
            <a:r>
              <a:rPr lang="en-US" b="1" smtClean="0"/>
              <a:t>John Smith</a:t>
            </a:r>
            <a:endParaRPr lang="ru-RU"/>
          </a:p>
          <a:p>
            <a:pPr marL="0" indent="0">
              <a:buNone/>
            </a:pPr>
            <a:r>
              <a:rPr lang="en-US" b="1"/>
              <a:t>Clients: </a:t>
            </a:r>
            <a:r>
              <a:rPr lang="en-US" b="1" smtClean="0"/>
              <a:t>A Company</a:t>
            </a:r>
            <a:r>
              <a:rPr lang="en-US" b="1" smtClean="0"/>
              <a:t>, </a:t>
            </a:r>
            <a:r>
              <a:rPr lang="en-US" b="1" smtClean="0"/>
              <a:t>B Ltd.</a:t>
            </a:r>
            <a:r>
              <a:rPr lang="en-US" b="1" smtClean="0"/>
              <a:t>, </a:t>
            </a:r>
            <a:r>
              <a:rPr lang="en-US" b="1" smtClean="0"/>
              <a:t>C &amp; D</a:t>
            </a:r>
            <a:endParaRPr lang="en-US" b="1" smtClean="0"/>
          </a:p>
          <a:p>
            <a:pPr marL="0" indent="0">
              <a:buNone/>
            </a:pPr>
            <a:r>
              <a:rPr lang="en-US" b="1" smtClean="0"/>
              <a:t>Manager: </a:t>
            </a:r>
            <a:r>
              <a:rPr lang="en-US" b="1" smtClean="0"/>
              <a:t>Tony Anderson</a:t>
            </a:r>
            <a:endParaRPr lang="ru-RU"/>
          </a:p>
          <a:p>
            <a:pPr marL="0" indent="0">
              <a:buNone/>
            </a:pPr>
            <a:r>
              <a:rPr lang="en-US" b="1"/>
              <a:t>Clients: </a:t>
            </a:r>
            <a:r>
              <a:rPr lang="en-US" b="1" smtClean="0"/>
              <a:t>E Corp.</a:t>
            </a:r>
            <a:r>
              <a:rPr lang="en-US" b="1" smtClean="0"/>
              <a:t>, </a:t>
            </a:r>
            <a:r>
              <a:rPr lang="en-US" b="1" smtClean="0"/>
              <a:t>F &amp; Partners</a:t>
            </a:r>
            <a:endParaRPr lang="en-US" b="1" smtClean="0"/>
          </a:p>
          <a:p>
            <a:pPr marL="0" indent="0">
              <a:buNone/>
            </a:pPr>
            <a:r>
              <a:rPr lang="en-US" b="1" smtClean="0"/>
              <a:t>Manager: </a:t>
            </a:r>
            <a:r>
              <a:rPr lang="en-US" b="1" smtClean="0"/>
              <a:t>July James</a:t>
            </a:r>
            <a:endParaRPr lang="ru-RU"/>
          </a:p>
          <a:p>
            <a:pPr marL="0" indent="0">
              <a:buNone/>
            </a:pPr>
            <a:r>
              <a:rPr lang="en-US" b="1"/>
              <a:t>Clients: </a:t>
            </a:r>
            <a:r>
              <a:rPr lang="en-US" b="1" smtClean="0"/>
              <a:t>G &amp; Co.</a:t>
            </a:r>
            <a:r>
              <a:rPr lang="en-US" b="1" smtClean="0"/>
              <a:t>, </a:t>
            </a:r>
            <a:r>
              <a:rPr lang="en-US" b="1" smtClean="0"/>
              <a:t>H Group</a:t>
            </a:r>
            <a:r>
              <a:rPr lang="en-US" b="1" smtClean="0"/>
              <a:t>, </a:t>
            </a:r>
            <a:r>
              <a:rPr lang="en-US" b="1" smtClean="0"/>
              <a:t>I &amp; Sons</a:t>
            </a:r>
            <a:r>
              <a:rPr lang="en-US" b="1" smtClean="0"/>
              <a:t>, </a:t>
            </a:r>
            <a:r>
              <a:rPr lang="en-US" b="1" smtClean="0"/>
              <a:t>J Ent.</a:t>
            </a:r>
            <a:endParaRPr lang="en-US" b="1" smtClean="0"/>
          </a:p>
          <a:p>
            <a:pPr marL="0" indent="0">
              <a:buNone/>
            </a:pPr>
            <a:endParaRPr lang="ru-RU"/>
          </a:p>
        </p:txBody>
      </p:sp>
    </p:spTree>
    <p:extLst>
      <p:ext uri="{BB962C8B-B14F-4D97-AF65-F5344CB8AC3E}">
        <p14:creationId val="1913170025"/>
      </p:ext>
    </p:extLst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OS" val="Microsoft Windows NT 10.0"/>
  <p:tag name="AS_RELEASE_DATE" val="2026.02.28"/>
  <p:tag name="AS_TITLE" val="Aspose.Slides for Java"/>
  <p:tag name="AS_VERSION" val="26.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Calibri Light" panose="020f03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Calibri" panose="020f05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Widescreen</PresentationFormat>
  <Paragraphs>7</Paragraphs>
  <Slides>1</Slides>
  <Notes>0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5">
      <vt:lpstr>Arial</vt:lpstr>
      <vt:lpstr>Calibri Light</vt:lpstr>
      <vt:lpstr>Calibri</vt:lpstr>
      <vt:lpstr>Office Theme</vt:lpstr>
      <vt:lpstr>NOTE: There is no way to use images inside a foreach tag in PowerPoint.</vt:lpstr>
    </vt:vector>
  </TitlesOfParts>
  <LinksUpToDate>0</LinksUpToDate>
  <SharedDoc>0</SharedDoc>
  <HyperlinksChanged>0</HyperlinksChanged>
  <Application>Aspose.Slides for Java</Application>
  <AppVersion>26.0200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dc:title>NOTE: There is no way to use images inside a foreach tag in PowerPoint.</dc:title>
  <dc:creator>Иван</dc:creator>
  <cp:lastModifiedBy>Иван</cp:lastModifiedBy>
  <cp:revision>4</cp:revision>
  <dcterms:created xsi:type="dcterms:W3CDTF">2015-10-26T13:40:52Z</dcterms:created>
  <dcterms:modified xsi:type="dcterms:W3CDTF">2026-09-26T20:56:49Z</dcterms:modified>
</cp:coreProperties>
</file>