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592124784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11906693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3506162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117558055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6959302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258852387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9246261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42461912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440330667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76075024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0506197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AA87A3-AC61-42F8-8A15-93C83399576B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5E9602-D87A-43B7-AD82-0755440CF0C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14910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NOTE: There is no way to use images inside a foreach tag in PowerPoint.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John Smith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A Company</a:t>
            </a:r>
            <a:r>
              <a:rPr lang="en-US" b="1" smtClean="0"/>
              <a:t>, </a:t>
            </a:r>
            <a:r>
              <a:rPr lang="en-US" b="1" smtClean="0"/>
              <a:t>B Ltd.</a:t>
            </a:r>
            <a:r>
              <a:rPr lang="en-US" b="1" smtClean="0"/>
              <a:t>, </a:t>
            </a:r>
            <a:r>
              <a:rPr lang="en-US" b="1" smtClean="0"/>
              <a:t>C &amp; D</a:t>
            </a:r>
            <a:endParaRPr lang="en-US" b="1" smtClean="0"/>
          </a:p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Tony Anderson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E Corp.</a:t>
            </a:r>
            <a:r>
              <a:rPr lang="en-US" b="1" smtClean="0"/>
              <a:t>, </a:t>
            </a:r>
            <a:r>
              <a:rPr lang="en-US" b="1" smtClean="0"/>
              <a:t>F &amp; Partners</a:t>
            </a:r>
            <a:endParaRPr lang="en-US" b="1" smtClean="0"/>
          </a:p>
          <a:p>
            <a:pPr marL="0" indent="0">
              <a:buNone/>
            </a:pPr>
            <a:r>
              <a:rPr lang="en-US" b="1" smtClean="0"/>
              <a:t>Manager: </a:t>
            </a:r>
            <a:r>
              <a:rPr lang="en-US" b="1" smtClean="0"/>
              <a:t>July James</a:t>
            </a:r>
            <a:endParaRPr lang="ru-RU"/>
          </a:p>
          <a:p>
            <a:pPr marL="0" indent="0">
              <a:buNone/>
            </a:pPr>
            <a:r>
              <a:rPr lang="en-US" b="1"/>
              <a:t>Clients: </a:t>
            </a:r>
            <a:r>
              <a:rPr lang="en-US" b="1" smtClean="0"/>
              <a:t>G &amp; Co.</a:t>
            </a:r>
            <a:r>
              <a:rPr lang="en-US" b="1" smtClean="0"/>
              <a:t>, </a:t>
            </a:r>
            <a:r>
              <a:rPr lang="en-US" b="1" smtClean="0"/>
              <a:t>H Group</a:t>
            </a:r>
            <a:r>
              <a:rPr lang="en-US" b="1" smtClean="0"/>
              <a:t>, </a:t>
            </a:r>
            <a:r>
              <a:rPr lang="en-US" b="1" smtClean="0"/>
              <a:t>I &amp; Sons</a:t>
            </a:r>
            <a:r>
              <a:rPr lang="en-US" b="1" smtClean="0"/>
              <a:t>, </a:t>
            </a:r>
            <a:r>
              <a:rPr lang="en-US" b="1" smtClean="0"/>
              <a:t>J Ent.</a:t>
            </a:r>
            <a:endParaRPr lang="en-US" b="1" smtClean="0"/>
          </a:p>
          <a:p>
            <a:pPr marL="0" indent="0">
              <a:buNone/>
            </a:pPr>
            <a:endParaRPr lang="ru-RU"/>
          </a:p>
        </p:txBody>
      </p:sp>
    </p:spTree>
    <p:extLst>
      <p:ext uri="{BB962C8B-B14F-4D97-AF65-F5344CB8AC3E}">
        <p14:creationId val="1913170025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7</Paragraphs>
  <Slides>1</Slides>
  <Notes>0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NOTE: There is no way to use images inside a foreach tag in PowerPoint.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NOTE: There is no way to use images inside a foreach tag in PowerPoint.</dc:title>
  <dc:creator>Иван</dc:creator>
  <cp:lastModifiedBy>Иван</cp:lastModifiedBy>
  <cp:revision>4</cp:revision>
  <dcterms:created xsi:type="dcterms:W3CDTF">2015-10-26T13:40:52Z</dcterms:created>
  <dcterms:modified xsi:type="dcterms:W3CDTF">2026-09-25T12:41:08Z</dcterms:modified>
</cp:coreProperties>
</file>