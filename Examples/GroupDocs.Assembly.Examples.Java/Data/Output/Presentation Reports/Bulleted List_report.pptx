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custDataLst>
    <p:tags r:id="rId3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6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9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D04D-4296-4BB9-A881-0A929D89227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1C55B5-4BA2-49A2-BAA5-078D00679B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681858298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D04D-4296-4BB9-A881-0A929D89227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1C55B5-4BA2-49A2-BAA5-078D00679B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536050034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D04D-4296-4BB9-A881-0A929D89227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1C55B5-4BA2-49A2-BAA5-078D00679B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473755076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D04D-4296-4BB9-A881-0A929D89227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1C55B5-4BA2-49A2-BAA5-078D00679B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678343448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D04D-4296-4BB9-A881-0A929D89227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1C55B5-4BA2-49A2-BAA5-078D00679B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745148225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D04D-4296-4BB9-A881-0A929D89227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1C55B5-4BA2-49A2-BAA5-078D00679B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870296272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D04D-4296-4BB9-A881-0A929D89227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1C55B5-4BA2-49A2-BAA5-078D00679B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585900572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D04D-4296-4BB9-A881-0A929D89227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1C55B5-4BA2-49A2-BAA5-078D00679B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572959247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D04D-4296-4BB9-A881-0A929D89227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1C55B5-4BA2-49A2-BAA5-078D00679B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746809067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D04D-4296-4BB9-A881-0A929D89227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1C55B5-4BA2-49A2-BAA5-078D00679B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369611824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D04D-4296-4BB9-A881-0A929D89227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1C55B5-4BA2-49A2-BAA5-078D00679B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93353238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3BD04D-4296-4BB9-A881-0A929D892275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1C55B5-4BA2-49A2-BAA5-078D00679B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9451048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7500" lnSpcReduction="20000"/>
          </a:bodyPr>
          <a:lstStyle/>
          <a:p>
            <a:pPr marL="0" indent="0">
              <a:buNone/>
            </a:pPr>
            <a:r>
              <a:rPr lang="en-US"/>
              <a:t>We provide support for the following clients:</a:t>
            </a:r>
            <a:endParaRPr lang="ru-RU"/>
          </a:p>
          <a:p>
            <a:pPr lvl="0"/>
            <a:r>
              <a:rPr lang="en-US" smtClean="0"/>
              <a:t>A Company</a:t>
            </a:r>
            <a:endParaRPr lang="ru-RU"/>
          </a:p>
          <a:p>
            <a:pPr lvl="0"/>
            <a:r>
              <a:rPr lang="en-US" smtClean="0"/>
              <a:t>B Ltd.</a:t>
            </a:r>
            <a:endParaRPr lang="ru-RU"/>
          </a:p>
          <a:p>
            <a:pPr lvl="0"/>
            <a:r>
              <a:rPr lang="en-US" smtClean="0"/>
              <a:t>C &amp; D</a:t>
            </a:r>
            <a:endParaRPr lang="ru-RU"/>
          </a:p>
          <a:p>
            <a:pPr lvl="0"/>
            <a:r>
              <a:rPr lang="en-US" smtClean="0"/>
              <a:t>E Corp.</a:t>
            </a:r>
            <a:endParaRPr lang="ru-RU"/>
          </a:p>
          <a:p>
            <a:pPr lvl="0"/>
            <a:r>
              <a:rPr lang="en-US" smtClean="0"/>
              <a:t>F &amp; Partners</a:t>
            </a:r>
            <a:endParaRPr lang="ru-RU"/>
          </a:p>
          <a:p>
            <a:pPr lvl="0"/>
            <a:r>
              <a:rPr lang="en-US" smtClean="0"/>
              <a:t>G &amp; Co.</a:t>
            </a:r>
            <a:endParaRPr lang="ru-RU"/>
          </a:p>
          <a:p>
            <a:pPr lvl="0"/>
            <a:r>
              <a:rPr lang="en-US" smtClean="0"/>
              <a:t>H Group</a:t>
            </a:r>
            <a:endParaRPr lang="ru-RU"/>
          </a:p>
          <a:p>
            <a:pPr lvl="0"/>
            <a:r>
              <a:rPr lang="en-US" smtClean="0"/>
              <a:t>I &amp; Sons</a:t>
            </a:r>
            <a:endParaRPr lang="ru-RU"/>
          </a:p>
          <a:p>
            <a:pPr lvl="0"/>
            <a:r>
              <a:rPr lang="en-US" smtClean="0"/>
              <a:t>J Ent.</a:t>
            </a:r>
            <a:endParaRPr lang="ru-RU"/>
          </a:p>
          <a:p>
            <a:pPr marL="0" indent="0">
              <a:buNone/>
            </a:pPr>
            <a:endParaRPr lang="ru-RU"/>
          </a:p>
          <a:p>
            <a:pPr marL="0" indent="0">
              <a:buNone/>
            </a:pPr>
            <a:endParaRPr lang="ru-RU"/>
          </a:p>
        </p:txBody>
      </p:sp>
    </p:spTree>
    <p:extLst>
      <p:ext uri="{BB962C8B-B14F-4D97-AF65-F5344CB8AC3E}">
        <p14:creationId val="70775685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Calibri" panose="020f05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10</Paragraphs>
  <Slides>1</Slides>
  <Notes>0</Notes>
  <TotalTime>0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 Light</vt:lpstr>
      <vt:lpstr>Calibri</vt:lpstr>
      <vt:lpstr>Office Theme</vt:lpstr>
      <vt:lpstr>PowerPoint Presentation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PowerPoint Presentation</dc:title>
  <dc:creator>Иван</dc:creator>
  <cp:lastModifiedBy>Иван</cp:lastModifiedBy>
  <cp:revision>3</cp:revision>
  <dcterms:created xsi:type="dcterms:W3CDTF">2015-10-26T13:36:31Z</dcterms:created>
  <dcterms:modified xsi:type="dcterms:W3CDTF">2026-10-12T20:16:06Z</dcterms:modified>
</cp:coreProperties>
</file>