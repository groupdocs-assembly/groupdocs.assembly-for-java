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68185829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36050034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473755076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78343448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4514822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70296272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8590057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72959247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746809067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6961182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93353238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BD04D-4296-4BB9-A881-0A929D892275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45104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20000"/>
          </a:bodyPr>
          <a:lstStyle/>
          <a:p>
            <a:pPr marL="0" indent="0">
              <a:buNone/>
            </a:pPr>
            <a:r>
              <a:rPr lang="en-US"/>
              <a:t>We provide support for the following clients:</a:t>
            </a:r>
            <a:endParaRPr lang="ru-RU"/>
          </a:p>
          <a:p>
            <a:pPr lvl="0"/>
            <a:r>
              <a:rPr lang="en-US" smtClean="0"/>
              <a:t>A Company</a:t>
            </a:r>
            <a:endParaRPr lang="ru-RU"/>
          </a:p>
          <a:p>
            <a:pPr lvl="0"/>
            <a:r>
              <a:rPr lang="en-US" smtClean="0"/>
              <a:t>B Ltd.</a:t>
            </a:r>
            <a:endParaRPr lang="ru-RU"/>
          </a:p>
          <a:p>
            <a:pPr lvl="0"/>
            <a:r>
              <a:rPr lang="en-US" smtClean="0"/>
              <a:t>C &amp; D</a:t>
            </a:r>
            <a:endParaRPr lang="ru-RU"/>
          </a:p>
          <a:p>
            <a:pPr lvl="0"/>
            <a:r>
              <a:rPr lang="en-US" smtClean="0"/>
              <a:t>E Corp.</a:t>
            </a:r>
            <a:endParaRPr lang="ru-RU"/>
          </a:p>
          <a:p>
            <a:pPr lvl="0"/>
            <a:r>
              <a:rPr lang="en-US" smtClean="0"/>
              <a:t>F &amp; Partners</a:t>
            </a:r>
            <a:endParaRPr lang="ru-RU"/>
          </a:p>
          <a:p>
            <a:pPr lvl="0"/>
            <a:r>
              <a:rPr lang="en-US" smtClean="0"/>
              <a:t>G &amp; Co.</a:t>
            </a:r>
            <a:endParaRPr lang="ru-RU"/>
          </a:p>
          <a:p>
            <a:pPr lvl="0"/>
            <a:r>
              <a:rPr lang="en-US" smtClean="0"/>
              <a:t>H Group</a:t>
            </a:r>
            <a:endParaRPr lang="ru-RU"/>
          </a:p>
          <a:p>
            <a:pPr lvl="0"/>
            <a:r>
              <a:rPr lang="en-US" smtClean="0"/>
              <a:t>I &amp; Sons</a:t>
            </a:r>
            <a:endParaRPr lang="ru-RU"/>
          </a:p>
          <a:p>
            <a:pPr lvl="0"/>
            <a:r>
              <a:rPr lang="en-US" smtClean="0"/>
              <a:t>J Ent.</a:t>
            </a:r>
            <a:endParaRPr lang="ru-RU"/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val="7077568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10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2015-10-26T13:36:31Z</dcterms:created>
  <dcterms:modified xsi:type="dcterms:W3CDTF">2026-10-14T20:44:46Z</dcterms:modified>
</cp:coreProperties>
</file>