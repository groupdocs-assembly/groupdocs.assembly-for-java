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rgbClr val="008000"/>
              </a:solidFill>
              <a:ln w="2540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rgbClr val="0000FF"/>
              </a:solidFill>
              <a:ln w="2540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  <c:extLst>
            <c:ext xmlns:c16="http://schemas.microsoft.com/office/drawing/2014/chart" uri="{C3380CC4-5D6E-409C-BE32-E72D297353CC}">
              <c16:uniqueId val="{00000008-4E2E-4105-9707-E4BE05AB5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5010587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44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7</cp:revision>
  <dcterms:created xsi:type="dcterms:W3CDTF">2015-10-26T14:00:13Z</dcterms:created>
  <dcterms:modified xsi:type="dcterms:W3CDTF">2026-09-26T20:57:16Z</dcterms:modified>
</cp:coreProperties>
</file>