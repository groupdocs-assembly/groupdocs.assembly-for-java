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Total Contract Price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/>
      <c:rAngAx val="0"/>
    </c:view3D>
    <c:floor>
      <c:thickness val="0"/>
      <c:spPr>
        <a:noFill/>
        <a:ln>
          <a:noFill/>
        </a:ln>
        <a:effectLst/>
      </c:spPr>
    </c:floor>
    <c:sideWall>
      <c:thickness val="0"/>
      <c:spPr>
        <a:noFill/>
        <a:ln>
          <a:noFill/>
        </a:ln>
        <a:effectLst/>
      </c:spPr>
    </c:sideWall>
    <c:backWall>
      <c:thickness val="0"/>
      <c:spPr>
        <a:noFill/>
        <a:ln>
          <a:noFill/>
        </a:ln>
        <a:effectLst/>
      </c:spPr>
    </c:backWall>
    <c:plotArea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ln w="25400">
              <a:solidFill>
                <a:schemeClr val="lt1"/>
              </a:solidFill>
            </a:ln>
          </c:spPr>
          <c:dPt>
            <c:idx val="0"/>
            <c:invertIfNegative val="1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</c:spPr>
          </c:dPt>
          <c:dPt>
            <c:idx val="1"/>
            <c:invertIfNegative val="1"/>
            <c:spPr>
              <a:solidFill>
                <a:srgbClr val="008000"/>
              </a:solidFill>
              <a:ln w="25400">
                <a:solidFill>
                  <a:schemeClr val="lt1"/>
                </a:solidFill>
              </a:ln>
            </c:spPr>
          </c:dPt>
          <c:dPt>
            <c:idx val="2"/>
            <c:invertIfNegative val="1"/>
            <c:spPr>
              <a:solidFill>
                <a:srgbClr val="0000FF"/>
              </a:solidFill>
              <a:ln w="25400">
                <a:solidFill>
                  <a:schemeClr val="lt1"/>
                </a:solidFill>
              </a:ln>
            </c:spPr>
          </c:dPt>
          <c:dLbls>
            <c:spPr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/>
            <c:extLst/>
          </c:dLbls>
          <c:cat>
            <c:strLit>
              <c:ptCount val="3"/>
              <c:pt idx="0">
                <c:v>John Smith</c:v>
              </c:pt>
              <c:pt idx="1">
                <c:v>Tony Anderson</c:v>
              </c:pt>
              <c:pt idx="2">
                <c:v>July James</c:v>
              </c:pt>
            </c:strLit>
          </c:cat>
          <c:val>
            <c:numLit>
              <c:formatCode>General</c:formatCode>
              <c:ptCount val="3"/>
              <c:pt idx="0">
                <c:v>2300000</c:v>
              </c:pt>
              <c:pt idx="1">
                <c:v>1200000</c:v>
              </c:pt>
              <c:pt idx="2">
                <c:v>800000</c:v>
              </c:pt>
            </c:numLit>
          </c:val>
          <c:extLst>
            <c:ext xmlns:c16="http://schemas.microsoft.com/office/drawing/2014/chart" uri="{C3380CC4-5D6E-409C-BE32-E72D297353CC}">
              <c16:uniqueId val="{00000008-4E2E-4105-9707-E4BE05AB5E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900" b="0" i="0" u="none" strike="noStrike" kern="120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39957869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31070256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5883567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08664146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80844038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67890773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9398032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58675455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59100442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1812259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79939064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76611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5010587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1839850270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44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Ali Ahmed sahi</cp:lastModifiedBy>
  <cp:revision>7</cp:revision>
  <dcterms:created xsi:type="dcterms:W3CDTF">2015-10-26T14:00:13Z</dcterms:created>
  <dcterms:modified xsi:type="dcterms:W3CDTF">2026-10-12T20:16:22Z</dcterms:modified>
</cp:coreProperties>
</file>