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42195806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2926129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59052402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27444474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33394388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9832395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27945591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1910541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02766403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696835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03972330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40827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495386773"/>
              </p:ext>
            </p:extLst>
          </p:nvPr>
        </p:nvGraphicFramePr>
        <p:xfrm>
          <a:off x="838200" y="1825625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John Smith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 Anderson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July 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Sally Sue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750000.0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Mike Gonzalez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650000.0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Total: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5700000.0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val="91513723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Managers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Managers</dc:title>
  <dc:creator>Иван</dc:creator>
  <cp:lastModifiedBy>Иван</cp:lastModifiedBy>
  <cp:revision>3</cp:revision>
  <dcterms:created xsi:type="dcterms:W3CDTF">2017-01-31T14:36:43Z</dcterms:created>
  <dcterms:modified xsi:type="dcterms:W3CDTF">2026-10-14T20:44:40Z</dcterms:modified>
</cp:coreProperties>
</file>