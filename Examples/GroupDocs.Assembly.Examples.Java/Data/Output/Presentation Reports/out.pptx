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30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442195806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29261291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259052402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227444474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33394388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198323959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27945591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19105415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002766403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069683524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803972330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D9599-8BD2-4B3B-8219-CDC739818FEC}" type="datetimeFigureOut">
              <a:rPr lang="ru-RU" smtClean="0"/>
              <a:t>31.01.2017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BAAAE6-A6EB-49A1-9055-EDD80F2871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240827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Managers</a:t>
            </a:r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1495386773"/>
              </p:ext>
            </p:extLst>
          </p:nvPr>
        </p:nvGraphicFramePr>
        <p:xfrm>
          <a:off x="838200" y="1825625"/>
          <a:ext cx="105156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Manager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Total Contract Price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John Smith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2300000.0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Tony Anderson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1200000.0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July James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800000.0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Sally Sue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750000.0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Mike Gonzalez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650000.0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Total: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5700000.0</a:t>
                      </a:r>
                      <a:endParaRPr lang="ru-RU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val="915137232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</Paragraphs>
  <Slides>1</Slides>
  <Notes>0</Notes>
  <TotalTime>3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Managers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Managers</dc:title>
  <dc:creator>Иван</dc:creator>
  <cp:lastModifiedBy>Иван</cp:lastModifiedBy>
  <cp:revision>3</cp:revision>
  <dcterms:created xsi:type="dcterms:W3CDTF">2017-01-31T14:36:43Z</dcterms:created>
  <dcterms:modified xsi:type="dcterms:W3CDTF">2026-09-26T20:56:37Z</dcterms:modified>
</cp:coreProperties>
</file>