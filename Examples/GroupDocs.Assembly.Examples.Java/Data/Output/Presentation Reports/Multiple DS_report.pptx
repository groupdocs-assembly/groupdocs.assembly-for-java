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72" d="100"/>
          <a:sy n="72" d="100"/>
        </p:scale>
        <p:origin x="-15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8185829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36050034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7375507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7834344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45148225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7029627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85900572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72959247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4680906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696118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335323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45104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20000"/>
          </a:bodyPr>
          <a:lstStyle/>
          <a:p>
            <a:pPr marL="0" indent="0">
              <a:buNone/>
            </a:pPr>
            <a:r>
              <a:rPr lang="en-US"/>
              <a:t>We provide support for the following clients:</a:t>
            </a:r>
            <a:endParaRPr lang="ru-RU"/>
          </a:p>
          <a:p>
            <a:pPr lvl="0"/>
            <a:r>
              <a:rPr lang="en-US" smtClean="0"/>
              <a:t>A Company</a:t>
            </a:r>
            <a:endParaRPr lang="ru-RU"/>
          </a:p>
          <a:p>
            <a:pPr lvl="0"/>
            <a:r>
              <a:rPr lang="en-US" smtClean="0"/>
              <a:t>B Ltd.</a:t>
            </a:r>
            <a:endParaRPr lang="ru-RU"/>
          </a:p>
          <a:p>
            <a:pPr lvl="0"/>
            <a:r>
              <a:rPr lang="en-US" smtClean="0"/>
              <a:t>C &amp; D</a:t>
            </a:r>
            <a:endParaRPr lang="ru-RU"/>
          </a:p>
          <a:p>
            <a:pPr lvl="0"/>
            <a:r>
              <a:rPr lang="en-US" smtClean="0"/>
              <a:t>E Corp.</a:t>
            </a:r>
            <a:endParaRPr lang="ru-RU"/>
          </a:p>
          <a:p>
            <a:pPr lvl="0"/>
            <a:r>
              <a:rPr lang="en-US" smtClean="0"/>
              <a:t>F &amp; Partners</a:t>
            </a:r>
            <a:endParaRPr lang="ru-RU"/>
          </a:p>
          <a:p>
            <a:pPr lvl="0"/>
            <a:r>
              <a:rPr lang="en-US" smtClean="0"/>
              <a:t>G &amp; Co.</a:t>
            </a:r>
            <a:endParaRPr lang="ru-RU"/>
          </a:p>
          <a:p>
            <a:pPr lvl="0"/>
            <a:r>
              <a:rPr lang="en-US" smtClean="0"/>
              <a:t>H Group</a:t>
            </a:r>
            <a:endParaRPr lang="ru-RU"/>
          </a:p>
          <a:p>
            <a:pPr lvl="0"/>
            <a:r>
              <a:rPr lang="en-US" smtClean="0"/>
              <a:t>I &amp; Sons</a:t>
            </a:r>
            <a:endParaRPr lang="ru-RU"/>
          </a:p>
          <a:p>
            <a:pPr lvl="0"/>
            <a:r>
              <a:rPr lang="en-US" smtClean="0"/>
              <a:t>J Ent.</a:t>
            </a:r>
            <a:endParaRPr lang="ru-RU"/>
          </a:p>
          <a:p>
            <a:pPr marL="0" indent="0">
              <a:buNone/>
            </a:pPr>
            <a:endParaRPr lang="ru-RU"/>
          </a:p>
          <a:p>
            <a:pPr marL="0" indent="0">
              <a:buNone/>
            </a:pPr>
            <a:endParaRPr lang="en-US" smtClean="0"/>
          </a:p>
          <a:p>
            <a:pPr marL="0" indent="0">
              <a:buNone/>
            </a:pPr>
            <a:endParaRPr lang="ru-RU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val="2136218467"/>
              </p:ext>
            </p:extLst>
          </p:nvPr>
        </p:nvGraphicFramePr>
        <p:xfrm>
          <a:off x="3128963" y="4109554"/>
          <a:ext cx="5934075" cy="68478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966720"/>
                <a:gridCol w="2967355"/>
              </a:tblGrid>
              <a:tr h="0"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 Contract Price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John Smith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2300000.0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800000.0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Tony Anderson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1200000.0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3128963" y="364172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600" b="0" i="0" u="none" strike="noStrike" cap="none" normalizeH="0" baseline="0" smtClean="0">
                <a:ln>
                  <a:noFill/>
                </a:ln>
                <a:solidFill>
                  <a:srgbClr val="2E74B5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Total Contract Prices by Managers</a:t>
            </a:r>
            <a:endParaRPr kumimoji="0" lang="ru-RU" altLang="en-US" sz="1600" b="0" i="0" u="none" strike="noStrike" cap="none" normalizeH="0" baseline="0" smtClean="0">
              <a:ln>
                <a:noFill/>
              </a:ln>
              <a:solidFill>
                <a:srgbClr val="2E74B5"/>
              </a:solidFill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ru-RU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val="7077568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11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 Light</vt:lpstr>
      <vt:lpstr>Calibri</vt:lpstr>
      <vt:lpstr>Times New Roman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Muhammad Atir</cp:lastModifiedBy>
  <cp:revision>4</cp:revision>
  <dcterms:created xsi:type="dcterms:W3CDTF">2015-10-26T13:36:31Z</dcterms:created>
  <dcterms:modified xsi:type="dcterms:W3CDTF">2026-09-26T20:57:06Z</dcterms:modified>
</cp:coreProperties>
</file>