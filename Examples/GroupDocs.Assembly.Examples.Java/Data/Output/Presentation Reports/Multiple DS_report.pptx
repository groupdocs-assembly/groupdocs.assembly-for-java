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72" d="100"/>
          <a:sy n="72" d="100"/>
        </p:scale>
        <p:origin x="-15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D04D-4296-4BB9-A881-0A929D892275}" type="datetimeFigureOut">
              <a:rPr lang="ru-RU" smtClean="0"/>
              <a:t>11.01.2017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55B5-4BA2-49A2-BAA5-078D00679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681858298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D04D-4296-4BB9-A881-0A929D892275}" type="datetimeFigureOut">
              <a:rPr lang="ru-RU" smtClean="0"/>
              <a:t>11.01.2017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55B5-4BA2-49A2-BAA5-078D00679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536050034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D04D-4296-4BB9-A881-0A929D892275}" type="datetimeFigureOut">
              <a:rPr lang="ru-RU" smtClean="0"/>
              <a:t>11.01.2017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55B5-4BA2-49A2-BAA5-078D00679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473755076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D04D-4296-4BB9-A881-0A929D892275}" type="datetimeFigureOut">
              <a:rPr lang="ru-RU" smtClean="0"/>
              <a:t>11.01.2017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55B5-4BA2-49A2-BAA5-078D00679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678343448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D04D-4296-4BB9-A881-0A929D892275}" type="datetimeFigureOut">
              <a:rPr lang="ru-RU" smtClean="0"/>
              <a:t>11.01.2017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55B5-4BA2-49A2-BAA5-078D00679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745148225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D04D-4296-4BB9-A881-0A929D892275}" type="datetimeFigureOut">
              <a:rPr lang="ru-RU" smtClean="0"/>
              <a:t>11.01.2017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55B5-4BA2-49A2-BAA5-078D00679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870296272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D04D-4296-4BB9-A881-0A929D892275}" type="datetimeFigureOut">
              <a:rPr lang="ru-RU" smtClean="0"/>
              <a:t>11.01.2017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55B5-4BA2-49A2-BAA5-078D00679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585900572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D04D-4296-4BB9-A881-0A929D892275}" type="datetimeFigureOut">
              <a:rPr lang="ru-RU" smtClean="0"/>
              <a:t>11.01.2017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55B5-4BA2-49A2-BAA5-078D00679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572959247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D04D-4296-4BB9-A881-0A929D892275}" type="datetimeFigureOut">
              <a:rPr lang="ru-RU" smtClean="0"/>
              <a:t>11.01.2017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55B5-4BA2-49A2-BAA5-078D00679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746809067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D04D-4296-4BB9-A881-0A929D892275}" type="datetimeFigureOut">
              <a:rPr lang="ru-RU" smtClean="0"/>
              <a:t>11.01.2017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55B5-4BA2-49A2-BAA5-078D00679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369611824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D04D-4296-4BB9-A881-0A929D892275}" type="datetimeFigureOut">
              <a:rPr lang="ru-RU" smtClean="0"/>
              <a:t>11.01.2017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C55B5-4BA2-49A2-BAA5-078D00679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93353238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BD04D-4296-4BB9-A881-0A929D892275}" type="datetimeFigureOut">
              <a:rPr lang="ru-RU" smtClean="0"/>
              <a:t>11.01.2017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1C55B5-4BA2-49A2-BAA5-078D00679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945104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7500" lnSpcReduction="20000"/>
          </a:bodyPr>
          <a:lstStyle/>
          <a:p>
            <a:pPr marL="0" indent="0">
              <a:buNone/>
            </a:pPr>
            <a:r>
              <a:rPr lang="en-US"/>
              <a:t>We provide support for the following clients:</a:t>
            </a:r>
            <a:endParaRPr lang="ru-RU"/>
          </a:p>
          <a:p>
            <a:pPr lvl="0"/>
            <a:r>
              <a:rPr lang="en-US" smtClean="0"/>
              <a:t>A Company</a:t>
            </a:r>
            <a:endParaRPr lang="ru-RU"/>
          </a:p>
          <a:p>
            <a:pPr lvl="0"/>
            <a:r>
              <a:rPr lang="en-US" smtClean="0"/>
              <a:t>B Ltd.</a:t>
            </a:r>
            <a:endParaRPr lang="ru-RU"/>
          </a:p>
          <a:p>
            <a:pPr lvl="0"/>
            <a:r>
              <a:rPr lang="en-US" smtClean="0"/>
              <a:t>C &amp; D</a:t>
            </a:r>
            <a:endParaRPr lang="ru-RU"/>
          </a:p>
          <a:p>
            <a:pPr lvl="0"/>
            <a:r>
              <a:rPr lang="en-US" smtClean="0"/>
              <a:t>E Corp.</a:t>
            </a:r>
            <a:endParaRPr lang="ru-RU"/>
          </a:p>
          <a:p>
            <a:pPr lvl="0"/>
            <a:r>
              <a:rPr lang="en-US" smtClean="0"/>
              <a:t>F &amp; Partners</a:t>
            </a:r>
            <a:endParaRPr lang="ru-RU"/>
          </a:p>
          <a:p>
            <a:pPr lvl="0"/>
            <a:r>
              <a:rPr lang="en-US" smtClean="0"/>
              <a:t>G &amp; Co.</a:t>
            </a:r>
            <a:endParaRPr lang="ru-RU"/>
          </a:p>
          <a:p>
            <a:pPr lvl="0"/>
            <a:r>
              <a:rPr lang="en-US" smtClean="0"/>
              <a:t>H Group</a:t>
            </a:r>
            <a:endParaRPr lang="ru-RU"/>
          </a:p>
          <a:p>
            <a:pPr lvl="0"/>
            <a:r>
              <a:rPr lang="en-US" smtClean="0"/>
              <a:t>I &amp; Sons</a:t>
            </a:r>
            <a:endParaRPr lang="ru-RU"/>
          </a:p>
          <a:p>
            <a:pPr lvl="0"/>
            <a:r>
              <a:rPr lang="en-US" smtClean="0"/>
              <a:t>J Ent.</a:t>
            </a:r>
            <a:endParaRPr lang="ru-RU"/>
          </a:p>
          <a:p>
            <a:pPr marL="0" indent="0">
              <a:buNone/>
            </a:pPr>
            <a:endParaRPr lang="ru-RU"/>
          </a:p>
          <a:p>
            <a:pPr marL="0" indent="0">
              <a:buNone/>
            </a:pPr>
            <a:endParaRPr lang="en-US" smtClean="0"/>
          </a:p>
          <a:p>
            <a:pPr marL="0" indent="0">
              <a:buNone/>
            </a:pPr>
            <a:endParaRPr lang="ru-RU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val="2136218467"/>
              </p:ext>
            </p:extLst>
          </p:nvPr>
        </p:nvGraphicFramePr>
        <p:xfrm>
          <a:off x="3128963" y="4109554"/>
          <a:ext cx="5934075" cy="6847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66720"/>
                <a:gridCol w="2967355"/>
              </a:tblGrid>
              <a:tr h="0">
                <a:tc>
                  <a:txBody>
                    <a:bodyPr vert="horz" wrap="square"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Manager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Total Contract Price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John Smith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2300000.0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July James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800000.0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Tony Anderson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1200000.0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128963" y="36417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5235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smtClean="0">
                <a:ln>
                  <a:noFill/>
                </a:ln>
                <a:solidFill>
                  <a:srgbClr val="2E74B5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 Contract Prices by Managers</a:t>
            </a:r>
            <a:endParaRPr kumimoji="0" lang="ru-RU" altLang="en-US" sz="1600" b="0" i="0" u="none" strike="noStrike" cap="none" normalizeH="0" baseline="0" smtClean="0">
              <a:ln>
                <a:noFill/>
              </a:ln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val="70775685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11</Paragraphs>
  <Slides>1</Slides>
  <Notes>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6">
      <vt:lpstr>Arial</vt:lpstr>
      <vt:lpstr>Calibri Light</vt:lpstr>
      <vt:lpstr>Calibri</vt:lpstr>
      <vt:lpstr>Times New Roman</vt:lpstr>
      <vt:lpstr>Office Theme</vt:lpstr>
      <vt:lpstr>PowerPoint Presentation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Presentation</dc:title>
  <dc:creator>Иван</dc:creator>
  <cp:lastModifiedBy>Muhammad Atir</cp:lastModifiedBy>
  <cp:revision>4</cp:revision>
  <dcterms:created xsi:type="dcterms:W3CDTF">2015-10-26T13:36:31Z</dcterms:created>
  <dcterms:modified xsi:type="dcterms:W3CDTF">2026-10-14T20:44:58Z</dcterms:modified>
</cp:coreProperties>
</file>