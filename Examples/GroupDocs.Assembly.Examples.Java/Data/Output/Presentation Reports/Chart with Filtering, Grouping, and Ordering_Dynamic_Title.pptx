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microsoft.com/office/2015/10/relationships/revisionInfo" Target="revisionInfo.xml" /><Relationship Id="rId8" Type="http://schemas.openxmlformats.org/officeDocument/2006/relationships/tableStyles" Target="tableStyles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ColorStyle" Target="colors1.xml" /><Relationship Id="rId3" Type="http://schemas.microsoft.com/office/2011/relationships/chartStyle" Target="style1.xml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/>
            </a:pPr>
            <a:r>
              <a:rPr lang="en-US" sz="1400"/>
              <a:t>Total Order Quantity by Quarters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400" b="0" i="0" u="none" strike="noStrike" kern="1200" spc="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1st Quarter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John Smith</c:v>
              </c:pt>
              <c:pt idx="1">
                <c:v>July James</c:v>
              </c:pt>
              <c:pt idx="2">
                <c:v>Tony Anderson</c:v>
              </c:pt>
            </c:strLit>
          </c:cat>
          <c:val>
            <c:numLit>
              <c:formatCode>General</c:formatCode>
              <c:ptCount val="3"/>
              <c:pt idx="0">
                <c:v>1200000</c:v>
              </c:pt>
              <c:pt idx="1">
                <c:v>350000</c:v>
              </c:pt>
              <c:pt idx="2">
                <c:v>650000</c:v>
              </c:pt>
            </c:numLit>
          </c:val>
          <c:extLst>
            <c:ext xmlns:c16="http://schemas.microsoft.com/office/drawing/2014/chart" uri="{C3380CC4-5D6E-409C-BE32-E72D297353CC}">
              <c16:uniqueId val="{00000000-2F27-4892-B772-F23E91BC91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Quarter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John Smith</c:v>
              </c:pt>
              <c:pt idx="1">
                <c:v>July James</c:v>
              </c:pt>
              <c:pt idx="2">
                <c:v>Tony Anderson</c:v>
              </c:pt>
            </c:strLit>
          </c:cat>
          <c:val>
            <c:numLit>
              <c:formatCode>General</c:formatCode>
              <c:ptCount val="3"/>
              <c:pt idx="0">
                <c:v>750000</c:v>
              </c:pt>
              <c:pt idx="1">
                <c:v>250000</c:v>
              </c:pt>
              <c:pt idx="2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2F27-4892-B772-F23E91BC91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Quarter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John Smith</c:v>
              </c:pt>
              <c:pt idx="1">
                <c:v>July James</c:v>
              </c:pt>
              <c:pt idx="2">
                <c:v>Tony Anderson</c:v>
              </c:pt>
            </c:strLit>
          </c:cat>
          <c:val>
            <c:numLit>
              <c:formatCode>General</c:formatCode>
              <c:ptCount val="3"/>
              <c:pt idx="0">
                <c:v>350000</c:v>
              </c:pt>
              <c:pt idx="1">
                <c:v>200000</c:v>
              </c:pt>
              <c:pt idx="2">
                <c:v>550000</c:v>
              </c:pt>
            </c:numLit>
          </c:val>
          <c:extLst>
            <c:ext xmlns:c16="http://schemas.microsoft.com/office/drawing/2014/chart" uri="{C3380CC4-5D6E-409C-BE32-E72D297353CC}">
              <c16:uniqueId val="{00000002-2F27-4892-B772-F23E91BC916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4th Quarter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John Smith</c:v>
              </c:pt>
              <c:pt idx="1">
                <c:v>July James</c:v>
              </c:pt>
              <c:pt idx="2">
                <c:v>Tony Anderson</c:v>
              </c:pt>
            </c:strLit>
          </c:cat>
          <c:val>
            <c:numLit>
              <c:formatCode>General</c:formatCode>
              <c:ptCount val="3"/>
              <c:pt idx="0">
                <c:v>0</c:v>
              </c:pt>
              <c:pt idx="1">
                <c:v>0</c:v>
              </c:pt>
              <c:pt idx="2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3-2F27-4892-B772-F23E91BC91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/>
        <c:overlap val="100"/>
        <c:axId val="275997328"/>
        <c:axId val="275999768"/>
      </c:barChart>
      <c:catAx>
        <c:axId val="275997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5999768"/>
        <c:crosses val="autoZero"/>
        <c:auto val="0"/>
        <c:lblAlgn val="ctr"/>
        <c:lblOffset/>
        <c:noMultiLvlLbl val="0"/>
      </c:catAx>
      <c:valAx>
        <c:axId val="275999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5997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900" b="0" i="0" u="none" strike="noStrike" kern="120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/>
    <c:showDLblsOverMax val="0"/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a="http://schemas.openxmlformats.org/drawingml/2006/main" xmlns:r="http://schemas.openxmlformats.org/officeDocument/2006/relationships" xmlns:cs="http://schemas.microsoft.com/office/drawing/2012/chartStyle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0176-71FB-4F6F-A1FB-22F7BDD3D61D}" type="datetimeFigureOut">
              <a:rPr lang="ru-RU" smtClean="0"/>
              <a:t>02.02.2018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2FC15-CF9B-457B-9A8A-8F97493DD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108008102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0176-71FB-4F6F-A1FB-22F7BDD3D61D}" type="datetimeFigureOut">
              <a:rPr lang="ru-RU" smtClean="0"/>
              <a:t>02.02.2018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2FC15-CF9B-457B-9A8A-8F97493DD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573385521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0176-71FB-4F6F-A1FB-22F7BDD3D61D}" type="datetimeFigureOut">
              <a:rPr lang="ru-RU" smtClean="0"/>
              <a:t>02.02.2018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2FC15-CF9B-457B-9A8A-8F97493DD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625578836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0176-71FB-4F6F-A1FB-22F7BDD3D61D}" type="datetimeFigureOut">
              <a:rPr lang="ru-RU" smtClean="0"/>
              <a:t>02.02.2018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2FC15-CF9B-457B-9A8A-8F97493DD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664508742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0176-71FB-4F6F-A1FB-22F7BDD3D61D}" type="datetimeFigureOut">
              <a:rPr lang="ru-RU" smtClean="0"/>
              <a:t>02.02.2018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2FC15-CF9B-457B-9A8A-8F97493DD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105669822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0176-71FB-4F6F-A1FB-22F7BDD3D61D}" type="datetimeFigureOut">
              <a:rPr lang="ru-RU" smtClean="0"/>
              <a:t>02.02.2018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2FC15-CF9B-457B-9A8A-8F97493DD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62586475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0176-71FB-4F6F-A1FB-22F7BDD3D61D}" type="datetimeFigureOut">
              <a:rPr lang="ru-RU" smtClean="0"/>
              <a:t>02.02.2018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2FC15-CF9B-457B-9A8A-8F97493DD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138416543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0176-71FB-4F6F-A1FB-22F7BDD3D61D}" type="datetimeFigureOut">
              <a:rPr lang="ru-RU" smtClean="0"/>
              <a:t>02.02.2018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2FC15-CF9B-457B-9A8A-8F97493DD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383508468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0176-71FB-4F6F-A1FB-22F7BDD3D61D}" type="datetimeFigureOut">
              <a:rPr lang="ru-RU" smtClean="0"/>
              <a:t>02.02.2018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2FC15-CF9B-457B-9A8A-8F97493DD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044672308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0176-71FB-4F6F-A1FB-22F7BDD3D61D}" type="datetimeFigureOut">
              <a:rPr lang="ru-RU" smtClean="0"/>
              <a:t>02.02.2018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2FC15-CF9B-457B-9A8A-8F97493DD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07500741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0176-71FB-4F6F-A1FB-22F7BDD3D61D}" type="datetimeFigureOut">
              <a:rPr lang="ru-RU" smtClean="0"/>
              <a:t>02.02.2018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2FC15-CF9B-457B-9A8A-8F97493DD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008403860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F0176-71FB-4F6F-A1FB-22F7BDD3D61D}" type="datetimeFigureOut">
              <a:rPr lang="ru-RU" smtClean="0"/>
              <a:t>02.02.2018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2FC15-CF9B-457B-9A8A-8F97493DD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713005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chart" Target="../charts/char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39297972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val="1123436664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0</Paragraphs>
  <Slides>1</Slides>
  <Notes>0</Notes>
  <TotalTime>2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Ali Ahmed sahi</cp:lastModifiedBy>
  <cp:revision>4</cp:revision>
  <dcterms:created xsi:type="dcterms:W3CDTF">2015-10-26T13:37:18Z</dcterms:created>
  <dcterms:modified xsi:type="dcterms:W3CDTF">2026-10-12T20:16:20Z</dcterms:modified>
</cp:coreProperties>
</file>