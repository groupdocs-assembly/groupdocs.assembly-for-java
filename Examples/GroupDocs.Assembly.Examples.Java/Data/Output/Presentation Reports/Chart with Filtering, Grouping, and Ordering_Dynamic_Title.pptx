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microsoft.com/office/2015/10/relationships/revisionInfo" Target="revisionInfo.xml" /><Relationship Id="rId8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z="1400"/>
              <a:t>Total Order Quantity by Quarters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1st Quarter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1200000</c:v>
              </c:pt>
              <c:pt idx="1">
                <c:v>350000</c:v>
              </c:pt>
              <c:pt idx="2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2F27-4892-B772-F23E91BC91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2nd Quarter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750000</c:v>
              </c:pt>
              <c:pt idx="1">
                <c:v>250000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1-2F27-4892-B772-F23E91BC91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3rd Quarter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350000</c:v>
              </c:pt>
              <c:pt idx="1">
                <c:v>200000</c:v>
              </c:pt>
              <c:pt idx="2">
                <c:v>550000</c:v>
              </c:pt>
            </c:numLit>
          </c:val>
          <c:extLst>
            <c:ext xmlns:c16="http://schemas.microsoft.com/office/drawing/2014/chart" uri="{C3380CC4-5D6E-409C-BE32-E72D297353CC}">
              <c16:uniqueId val="{00000002-2F27-4892-B772-F23E91BC91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4th Quarter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3-2F27-4892-B772-F23E91BC91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/>
        <c:overlap val="100"/>
        <c:axId val="275997328"/>
        <c:axId val="275999768"/>
      </c:barChart>
      <c:catAx>
        <c:axId val="275997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9768"/>
        <c:crosses val="autoZero"/>
        <c:auto val="0"/>
        <c:lblAlgn val="ctr"/>
        <c:lblOffset/>
        <c:noMultiLvlLbl val="0"/>
      </c:catAx>
      <c:valAx>
        <c:axId val="275999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7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0800810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7338552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557883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450874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566982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258647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38416543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35084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4467230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500741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840386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3005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9297972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12343666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2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4</cp:revision>
  <dcterms:created xsi:type="dcterms:W3CDTF">2015-10-26T13:37:18Z</dcterms:created>
  <dcterms:modified xsi:type="dcterms:W3CDTF">2026-10-14T20:44:58Z</dcterms:modified>
</cp:coreProperties>
</file>