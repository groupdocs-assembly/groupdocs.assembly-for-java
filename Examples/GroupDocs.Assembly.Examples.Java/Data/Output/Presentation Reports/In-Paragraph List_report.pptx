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224879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2858506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088263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9613740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65685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87170380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799215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4402347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7470560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5684809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0910432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0482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We provide support for the following clients: </a:t>
            </a:r>
            <a:r>
              <a:rPr lang="en-US" smtClean="0"/>
              <a:t>A Company</a:t>
            </a:r>
            <a:r>
              <a:rPr lang="en-US" smtClean="0"/>
              <a:t>, </a:t>
            </a:r>
            <a:r>
              <a:rPr lang="en-US" smtClean="0"/>
              <a:t>B Ltd.</a:t>
            </a:r>
            <a:r>
              <a:rPr lang="en-US" smtClean="0"/>
              <a:t>, </a:t>
            </a:r>
            <a:r>
              <a:rPr lang="en-US" smtClean="0"/>
              <a:t>C &amp; D</a:t>
            </a:r>
            <a:r>
              <a:rPr lang="en-US" smtClean="0"/>
              <a:t>, </a:t>
            </a:r>
            <a:r>
              <a:rPr lang="en-US" smtClean="0"/>
              <a:t>E Corp.</a:t>
            </a:r>
            <a:r>
              <a:rPr lang="en-US" smtClean="0"/>
              <a:t>, </a:t>
            </a:r>
            <a:r>
              <a:rPr lang="en-US" smtClean="0"/>
              <a:t>F &amp; Partners</a:t>
            </a:r>
            <a:r>
              <a:rPr lang="en-US" smtClean="0"/>
              <a:t>, </a:t>
            </a:r>
            <a:r>
              <a:rPr lang="en-US" smtClean="0"/>
              <a:t>G &amp; Co.</a:t>
            </a:r>
            <a:r>
              <a:rPr lang="en-US" smtClean="0"/>
              <a:t>, </a:t>
            </a:r>
            <a:r>
              <a:rPr lang="en-US" smtClean="0"/>
              <a:t>H Group</a:t>
            </a:r>
            <a:r>
              <a:rPr lang="en-US" smtClean="0"/>
              <a:t>, </a:t>
            </a:r>
            <a:r>
              <a:rPr lang="en-US" smtClean="0"/>
              <a:t>I &amp; Sons</a:t>
            </a:r>
            <a:r>
              <a:rPr lang="en-US" smtClean="0"/>
              <a:t>, </a:t>
            </a:r>
            <a:r>
              <a:rPr lang="en-US" smtClean="0"/>
              <a:t>J Ent.</a:t>
            </a:r>
            <a:endParaRPr lang="ru-RU"/>
          </a:p>
        </p:txBody>
      </p:sp>
    </p:spTree>
    <p:extLst>
      <p:ext uri="{BB962C8B-B14F-4D97-AF65-F5344CB8AC3E}">
        <p14:creationId val="2185881893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2015-10-26T13:44:02Z</dcterms:created>
  <dcterms:modified xsi:type="dcterms:W3CDTF">2026-10-14T20:44:49Z</dcterms:modified>
</cp:coreProperties>
</file>