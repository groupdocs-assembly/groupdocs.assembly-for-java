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Java 26.2-->
<p:presentation xmlns:r="http://schemas.openxmlformats.org/officeDocument/2006/relationships" xmlns:a="http://schemas.openxmlformats.org/drawingml/2006/main" xmlns:p="http://schemas.openxmlformats.org/presentationml/2006/main" saveSubsetFonts="1">
  <p:sldMasterIdLst>
    <p:sldMasterId id="2147483648" r:id="rId1"/>
  </p:sldMasterIdLst>
  <p:sldIdLst>
    <p:sldId id="257" r:id="rId2"/>
  </p:sldIdLst>
  <p:sldSz cx="12192000" cy="6858000"/>
  <p:notesSz cx="6858000" cy="9144000"/>
  <p:custDataLst>
    <p:tags r:id="rId3"/>
  </p:custDataLst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26" autoAdjust="0"/>
    <p:restoredTop sz="94660"/>
  </p:normalViewPr>
  <p:slideViewPr>
    <p:cSldViewPr snapToGrid="0">
      <p:cViewPr varScale="1">
        <p:scale>
          <a:sx n="116" d="100"/>
          <a:sy n="116" d="100"/>
        </p:scale>
        <p:origin x="39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2008" cy="72008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2" Type="http://schemas.openxmlformats.org/officeDocument/2006/relationships/slide" Target="slides/slide1.xml" /><Relationship Id="rId3" Type="http://schemas.openxmlformats.org/officeDocument/2006/relationships/tags" Target="tags/tag1.xml" /><Relationship Id="rId4" Type="http://schemas.openxmlformats.org/officeDocument/2006/relationships/presProps" Target="presProps.xml" /><Relationship Id="rId5" Type="http://schemas.openxmlformats.org/officeDocument/2006/relationships/viewProps" Target="viewProps.xml" /><Relationship Id="rId6" Type="http://schemas.openxmlformats.org/officeDocument/2006/relationships/theme" Target="theme/theme1.xml" /><Relationship Id="rId7" Type="http://schemas.openxmlformats.org/officeDocument/2006/relationships/tableStyles" Target="tableStyles.xml" /></Relationship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992248799"/>
      </p:ext>
    </p:extLst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328585061"/>
      </p:ext>
    </p:extLst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60882635"/>
      </p:ext>
    </p:extLst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696137408"/>
      </p:ext>
    </p:extLst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12656855"/>
      </p:ext>
    </p:extLst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4287170380"/>
      </p:ext>
    </p:extLst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1279921569"/>
      </p:ext>
    </p:extLst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644023473"/>
      </p:ext>
    </p:extLst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74705605"/>
      </p:ext>
    </p:extLst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335684809"/>
      </p:ext>
    </p:extLst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209104328"/>
      </p:ext>
    </p:extLst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ru-RU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ru-RU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E07FB6-360A-4CEA-8566-41108113491F}" type="datetimeFigureOut">
              <a:rPr lang="ru-RU" smtClean="0"/>
              <a:t>29.11.2016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13FE5F-F968-4722-AD44-3538A97F2F2B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val="2904821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We provide support for the following clients: </a:t>
            </a:r>
            <a:r>
              <a:rPr lang="en-US" smtClean="0"/>
              <a:t>A Company</a:t>
            </a:r>
            <a:r>
              <a:rPr lang="en-US" smtClean="0"/>
              <a:t>, </a:t>
            </a:r>
            <a:r>
              <a:rPr lang="en-US" smtClean="0"/>
              <a:t>B Ltd.</a:t>
            </a:r>
            <a:r>
              <a:rPr lang="en-US" smtClean="0"/>
              <a:t>, </a:t>
            </a:r>
            <a:r>
              <a:rPr lang="en-US" smtClean="0"/>
              <a:t>C &amp; D</a:t>
            </a:r>
            <a:r>
              <a:rPr lang="en-US" smtClean="0"/>
              <a:t>, </a:t>
            </a:r>
            <a:r>
              <a:rPr lang="en-US" smtClean="0"/>
              <a:t>E Corp.</a:t>
            </a:r>
            <a:r>
              <a:rPr lang="en-US" smtClean="0"/>
              <a:t>, </a:t>
            </a:r>
            <a:r>
              <a:rPr lang="en-US" smtClean="0"/>
              <a:t>F &amp; Partners</a:t>
            </a:r>
            <a:r>
              <a:rPr lang="en-US" smtClean="0"/>
              <a:t>, </a:t>
            </a:r>
            <a:r>
              <a:rPr lang="en-US" smtClean="0"/>
              <a:t>G &amp; Co.</a:t>
            </a:r>
            <a:r>
              <a:rPr lang="en-US" smtClean="0"/>
              <a:t>, </a:t>
            </a:r>
            <a:r>
              <a:rPr lang="en-US" smtClean="0"/>
              <a:t>H Group</a:t>
            </a:r>
            <a:r>
              <a:rPr lang="en-US" smtClean="0"/>
              <a:t>, </a:t>
            </a:r>
            <a:r>
              <a:rPr lang="en-US" smtClean="0"/>
              <a:t>I &amp; Sons</a:t>
            </a:r>
            <a:r>
              <a:rPr lang="en-US" smtClean="0"/>
              <a:t>, </a:t>
            </a:r>
            <a:r>
              <a:rPr lang="en-US" smtClean="0"/>
              <a:t>J Ent.</a:t>
            </a:r>
            <a:endParaRPr lang="ru-RU"/>
          </a:p>
        </p:txBody>
      </p:sp>
    </p:spTree>
    <p:extLst>
      <p:ext uri="{BB962C8B-B14F-4D97-AF65-F5344CB8AC3E}">
        <p14:creationId val="2185881893"/>
      </p:ext>
    </p:extLst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OS" val="Microsoft Windows NT 10.0"/>
  <p:tag name="AS_RELEASE_DATE" val="2026.02.28"/>
  <p:tag name="AS_TITLE" val="Aspose.Slides for Java"/>
  <p:tag name="AS_VERSION" val="26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Calibri Light" panose="020f03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Calibri" panose="020f0502020204030204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Widescreen</PresentationFormat>
  <Paragraphs>1</Paragraphs>
  <Slides>1</Slides>
  <Notes>0</Notes>
  <TotalTime>0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 Light</vt:lpstr>
      <vt:lpstr>Calibri</vt:lpstr>
      <vt:lpstr>Office Theme</vt:lpstr>
      <vt:lpstr>PowerPoint Presentation</vt:lpstr>
    </vt:vector>
  </TitlesOfParts>
  <LinksUpToDate>0</LinksUpToDate>
  <SharedDoc>0</SharedDoc>
  <HyperlinksChanged>0</HyperlinksChanged>
  <Application>Aspose.Slides for Java</Application>
  <AppVersion>26.0200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dc:title>PowerPoint Presentation</dc:title>
  <dc:creator>Иван</dc:creator>
  <cp:lastModifiedBy>Иван</cp:lastModifiedBy>
  <cp:revision>3</cp:revision>
  <dcterms:created xsi:type="dcterms:W3CDTF">2015-10-26T13:44:02Z</dcterms:created>
  <dcterms:modified xsi:type="dcterms:W3CDTF">2026-09-26T20:56:50Z</dcterms:modified>
</cp:coreProperties>
</file>