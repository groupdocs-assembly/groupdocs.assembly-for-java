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Java 26.2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custDataLst>
    <p:tags r:id="rId3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07FB6-360A-4CEA-8566-41108113491F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3FE5F-F968-4722-AD44-3538A97F2F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992248799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07FB6-360A-4CEA-8566-41108113491F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3FE5F-F968-4722-AD44-3538A97F2F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328585061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07FB6-360A-4CEA-8566-41108113491F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3FE5F-F968-4722-AD44-3538A97F2F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60882635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07FB6-360A-4CEA-8566-41108113491F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3FE5F-F968-4722-AD44-3538A97F2F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696137408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07FB6-360A-4CEA-8566-41108113491F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3FE5F-F968-4722-AD44-3538A97F2F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412656855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07FB6-360A-4CEA-8566-41108113491F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3FE5F-F968-4722-AD44-3538A97F2F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4287170380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07FB6-360A-4CEA-8566-41108113491F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3FE5F-F968-4722-AD44-3538A97F2F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279921569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07FB6-360A-4CEA-8566-41108113491F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3FE5F-F968-4722-AD44-3538A97F2F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644023473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07FB6-360A-4CEA-8566-41108113491F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3FE5F-F968-4722-AD44-3538A97F2F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374705605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07FB6-360A-4CEA-8566-41108113491F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3FE5F-F968-4722-AD44-3538A97F2F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35684809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07FB6-360A-4CEA-8566-41108113491F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3FE5F-F968-4722-AD44-3538A97F2F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209104328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E07FB6-360A-4CEA-8566-41108113491F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13FE5F-F968-4722-AD44-3538A97F2F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90482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We provide support for the following clients: </a:t>
            </a:r>
            <a:r>
              <a:rPr lang="en-US" smtClean="0"/>
              <a:t>A Company</a:t>
            </a:r>
            <a:r>
              <a:rPr lang="en-US" smtClean="0"/>
              <a:t>, </a:t>
            </a:r>
            <a:r>
              <a:rPr lang="en-US" smtClean="0"/>
              <a:t>B Ltd.</a:t>
            </a:r>
            <a:r>
              <a:rPr lang="en-US" smtClean="0"/>
              <a:t>, </a:t>
            </a:r>
            <a:r>
              <a:rPr lang="en-US" smtClean="0"/>
              <a:t>C &amp; D</a:t>
            </a:r>
            <a:r>
              <a:rPr lang="en-US" smtClean="0"/>
              <a:t>, </a:t>
            </a:r>
            <a:r>
              <a:rPr lang="en-US" smtClean="0"/>
              <a:t>E Corp.</a:t>
            </a:r>
            <a:r>
              <a:rPr lang="en-US" smtClean="0"/>
              <a:t>, </a:t>
            </a:r>
            <a:r>
              <a:rPr lang="en-US" smtClean="0"/>
              <a:t>F &amp; Partners</a:t>
            </a:r>
            <a:r>
              <a:rPr lang="en-US" smtClean="0"/>
              <a:t>, </a:t>
            </a:r>
            <a:r>
              <a:rPr lang="en-US" smtClean="0"/>
              <a:t>G &amp; Co.</a:t>
            </a:r>
            <a:r>
              <a:rPr lang="en-US" smtClean="0"/>
              <a:t>, </a:t>
            </a:r>
            <a:r>
              <a:rPr lang="en-US" smtClean="0"/>
              <a:t>H Group</a:t>
            </a:r>
            <a:r>
              <a:rPr lang="en-US" smtClean="0"/>
              <a:t>, </a:t>
            </a:r>
            <a:r>
              <a:rPr lang="en-US" smtClean="0"/>
              <a:t>I &amp; Sons</a:t>
            </a:r>
            <a:r>
              <a:rPr lang="en-US" smtClean="0"/>
              <a:t>, </a:t>
            </a:r>
            <a:r>
              <a:rPr lang="en-US" smtClean="0"/>
              <a:t>J Ent.</a:t>
            </a:r>
            <a:endParaRPr lang="ru-RU"/>
          </a:p>
        </p:txBody>
      </p:sp>
    </p:spTree>
    <p:extLst>
      <p:ext uri="{BB962C8B-B14F-4D97-AF65-F5344CB8AC3E}">
        <p14:creationId val="2185881893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OS" val="Microsoft Windows NT 10.0"/>
  <p:tag name="AS_RELEASE_DATE" val="2026.02.28"/>
  <p:tag name="AS_TITLE" val="Aspose.Slides for Java"/>
  <p:tag name="AS_VERSION" val="26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Calibri" panose="020f05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Widescreen</PresentationFormat>
  <Paragraphs>1</Paragraphs>
  <Slides>1</Slides>
  <Notes>0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5">
      <vt:lpstr>Arial</vt:lpstr>
      <vt:lpstr>Calibri Light</vt:lpstr>
      <vt:lpstr>Calibri</vt:lpstr>
      <vt:lpstr>Office Theme</vt:lpstr>
      <vt:lpstr>PowerPoint Presentation</vt:lpstr>
    </vt:vector>
  </TitlesOfParts>
  <LinksUpToDate>0</LinksUpToDate>
  <SharedDoc>0</SharedDoc>
  <HyperlinksChanged>0</HyperlinksChanged>
  <Application>Aspose.Slides for Java</Application>
  <AppVersion>26.0200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PowerPoint Presentation</dc:title>
  <dc:creator>Иван</dc:creator>
  <cp:lastModifiedBy>Иван</cp:lastModifiedBy>
  <cp:revision>3</cp:revision>
  <dcterms:created xsi:type="dcterms:W3CDTF">2015-10-26T13:44:02Z</dcterms:created>
  <dcterms:modified xsi:type="dcterms:W3CDTF">2026-10-12T20:16:11Z</dcterms:modified>
</cp:coreProperties>
</file>