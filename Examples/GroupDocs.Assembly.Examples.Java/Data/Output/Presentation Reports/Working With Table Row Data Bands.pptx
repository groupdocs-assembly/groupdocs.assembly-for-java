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48F6-A0AF-4BA7-B629-FD005775AD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7F58C-7DFF-499F-84D0-9DBB7E605D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9DBDD-29FA-4F62-86F3-F78FD51D4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DB8648-716A-432B-BD47-067C11702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1F92BD-B5A0-4437-9FBE-7D1CAFE9F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04766162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10E6A-00FD-4187-BA93-2FA6C8AB6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94517-C793-42C0-95D7-B31E3A73F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9F421-5AFF-49D7-BF20-B0819B639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056BF-499F-44C2-AF8D-0950EA8F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D0696-8012-45B1-BB48-9970D71E8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83914434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F0306-D94C-44B7-9DFA-8880909F8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460E-7B01-4A36-AFAD-BBF0A025E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5CC1F-510A-412B-9507-298A81FED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73D2C-D2F3-45DA-9560-85CD974EA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4E752E-96F6-4C78-9DCA-5F8E531E8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14881535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FC1E-3425-454C-810B-716AD22FA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BBF8F-9DBB-45FD-8BD8-816EDEA710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DFCA63-8F4A-4B52-A3F0-8FD2EB13C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CA2D4-D98A-4184-AF1E-A35242786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932CB-B432-42DC-85DF-20C341114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3153EC-5431-48EB-816F-86A1A6DC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76163016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B92E9-3704-4338-9148-4AB3E121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456CF-0A3B-4CD5-8EE3-E8698FD3C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FCA3D-C6A8-4B76-954C-3EBD8CBA9B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9BE2D3-B10C-4A3C-A8A7-C473894F85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FD4043-0C52-423E-829B-8E8E06D508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254E93-F681-4D32-B54E-C3309EBC1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D8BA17-4316-4932-B20A-073C2BE5E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D9E439-AA5B-428F-93B9-563DD8863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13861630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65592-2256-4F11-98DF-30BCBC2B1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FFF6F-A027-4E13-AAD1-F3497E713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1BAEAF-BDFA-4592-8581-E8C12DC20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1B412A-E4D5-4840-8B8F-F580D2A05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94650943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40C0BF-509E-4C45-A215-A0A463864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416CD7-86DC-4717-A1B3-E8CCAF35C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2A32C-4AA2-4CC2-9819-DCE8E5A0E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50041208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0B299-0AC4-4089-87DC-983FB5E5A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F2ED3-D18C-4549-A6BA-2E328224F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B25401-5E9C-48AA-B7DA-1DE388FF28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A404D-79F9-4F0B-B718-503257442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88525-47E2-4DAE-AF65-7DA8C820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B8E90-D859-4BE2-8F5A-B5F21FFD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724069576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309CF-A783-4E7C-885A-4787AC719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5DC599-ABE1-4BCA-BE8B-1F34613DB1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6D64C8-5ECF-4C59-8779-AC1EE5BF40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B01296-7A3F-4CA0-9467-79B5437C8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735DF2-B235-412C-9A64-D4D6B692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8DDBD-48BD-4118-8265-0CFBBF4B5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859574679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7A10A-1B66-443C-BD19-B2362AF6E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2733CE-A7BC-46F7-8706-6EE182952F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7F19F-92D4-4865-969E-48DC59C06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90222-7C81-40BD-9881-6B8841052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40555-E452-449D-B090-234691F20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84905187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EEEF4-7E75-488A-84CB-F9FCE77334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BCB0A-6CA9-47C9-98C4-6598565F3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82D0B-82F2-4D52-A90F-E729B7969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72375-7723-4D01-87F8-2102765C5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1471-AC3A-4643-954E-04B4CD92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83158559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67AF53-3B66-437F-A396-5ACF92EEA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881553-9F46-4C21-9E5D-A261990E7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96124-4C04-49E4-B6D1-60E910C7F1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353DE-9E17-46F2-A5C4-9A5268EBFB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A9A47-A312-4941-8854-49394863C4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8494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290A-9A85-4951-B192-8E186603FE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Sample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2AAC29-C9D7-4320-9D57-C5DE62D23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endParaRPr lang="en-GB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75EFF2B-8BDE-4EE1-9186-A28470A287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val="4067304451"/>
              </p:ext>
            </p:extLst>
          </p:nvPr>
        </p:nvGraphicFramePr>
        <p:xfrm>
          <a:off x="3344227" y="3552824"/>
          <a:ext cx="5503545" cy="18831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57095">
                  <a:extLst>
                    <a:ext uri="{9D8B030D-6E8A-4147-A177-3AD203B41FA5}">
                      <a16:colId xmlns:a16="http://schemas.microsoft.com/office/drawing/2014/main" val="3465543320"/>
                    </a:ext>
                  </a:extLst>
                </a:gridCol>
                <a:gridCol w="1729740">
                  <a:extLst>
                    <a:ext uri="{9D8B030D-6E8A-4147-A177-3AD203B41FA5}">
                      <a16:colId xmlns:a16="http://schemas.microsoft.com/office/drawing/2014/main" val="2318297211"/>
                    </a:ext>
                  </a:extLst>
                </a:gridCol>
                <a:gridCol w="1616710">
                  <a:extLst>
                    <a:ext uri="{9D8B030D-6E8A-4147-A177-3AD203B41FA5}">
                      <a16:colId xmlns:a16="http://schemas.microsoft.com/office/drawing/2014/main" val="519080895"/>
                    </a:ext>
                  </a:extLst>
                </a:gridCol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Client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3916402"/>
                  </a:ext>
                </a:extLst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A Company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1200000.0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B Ltd.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750000.0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 &amp; D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350000.0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E Corp.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Tony Anderson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650000.0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F &amp; Partners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Tony Anderson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550000.0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G &amp; Co.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350000.0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H Group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250000.0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I &amp; Sons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100000.0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 Ent.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100000.0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 gridSpan="2"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 vert="horz" wrap="square"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3353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val="238929946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 Light</vt:lpstr>
      <vt:lpstr>Calibri</vt:lpstr>
      <vt:lpstr>Times New Roman</vt:lpstr>
      <vt:lpstr>Office Theme</vt:lpstr>
      <vt:lpstr>Sample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Sample</dc:title>
  <dc:creator>Ali Ahmed sahi</dc:creator>
  <cp:lastModifiedBy>Ali Ahmed sahi</cp:lastModifiedBy>
  <cp:revision>2</cp:revision>
  <dcterms:created xsi:type="dcterms:W3CDTF">2018-03-09T12:05:28Z</dcterms:created>
  <dcterms:modified xsi:type="dcterms:W3CDTF">2026-09-26T20:57:10Z</dcterms:modified>
</cp:coreProperties>
</file>