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jpeg" ContentType="image/jpeg"/>
  <Override PartName="/docProps/app.xml" ContentType="application/vnd.openxmlformats-officedocument.extended-properties+xml"/>
  <Override PartName="/docProps/core.xml" ContentType="application/vnd.openxmlformats-package.core-properties+xml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&#65279;<?xml version="1.0" encoding="utf-8" standalone="yes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officeDocument/2006/relationships/extended-properties" Target="docProps/app.xml" /><Relationship Id="rId4" Type="http://schemas.openxmlformats.org/package/2006/relationships/metadata/thumbnail" Target="docProps/thumbnail.jpeg" /></Relationships>
</file>

<file path=ppt/presentation.xml><?xml version="1.0" encoding="utf-8"?>
<!--Generated by Aspose.Slides for Java 26.2-->
<p:presentation xmlns:r="http://schemas.openxmlformats.org/officeDocument/2006/relationships" xmlns:a="http://schemas.openxmlformats.org/drawingml/2006/main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/>
</p:presentation>
</file>

<file path=ppt/presProps.xml><?xml version="1.0" encoding="utf-8"?>
<p:presentationPr xmlns:r="http://schemas.openxmlformats.org/officeDocument/2006/relationships" xmlns:a="http://schemas.openxmlformats.org/drawingml/2006/main" xmlns:p="http://schemas.openxmlformats.org/presentationml/2006/main">
  <p:showPr showNarration="1">
    <p:present/>
    <p:extLs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  <p:ext uri="{1BD7E111-0CB8-44D6-8891-C1BB2F81B7CC}">
      <p1710:readonlyRecommended xmlns:p1710="http://schemas.microsoft.com/office/powerpoint/2017/10/main" val="0"/>
    </p:ext>
  </p:extLst>
</p:presentationPr>
</file>

<file path=ppt/tableStyles.xml><?xml version="1.0" encoding="utf-8"?>
<a:tblStyleLst xmlns:r="http://schemas.openxmlformats.org/officeDocument/2006/relationships"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fill>
          <a:solidFill>
            <a:schemeClr val="accent1">
              <a:tint val="40000"/>
            </a:schemeClr>
          </a:solidFill>
        </a:fill>
      </a:tcStyle>
    </a:band1H>
    <a:band1V>
      <a:tcStyle>
        <a:fill>
          <a:solidFill>
            <a:schemeClr val="accent1">
              <a:tint val="40000"/>
            </a:schemeClr>
          </a:solidFill>
        </a:fill>
      </a:tcStyle>
    </a:band1V>
    <a:lastCol>
      <a:tcTxStyle b="on">
        <a:fontRef idx="minor">
          <a:prstClr val="black"/>
        </a:fontRef>
        <a:schemeClr val="lt1"/>
      </a:tcTxStyle>
      <a:tcStyle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>
      <p:cViewPr varScale="1">
        <p:scale>
          <a:sx n="82" d="100"/>
          <a:sy n="82" d="100"/>
        </p:scale>
        <p:origin x="720" y="6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>
      <p:cViewPr>
        <p:scale>
          <a:sx n="1" d="100"/>
          <a:sy n="1" d="100"/>
        </p:scale>
        <p:origin x="0" y="0"/>
      </p:cViewPr>
      <p:guideLst/>
    </p:cSldViewPr>
  </p:notesViewPr>
  <p:gridSpacing cx="72008" cy="72008"/>
</p:viewPr>
</file>

<file path=ppt/_rels/presentation.xml.rels>&#65279;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 /><Relationship Id="rId2" Type="http://schemas.openxmlformats.org/officeDocument/2006/relationships/slide" Target="slides/slide1.xml" /><Relationship Id="rId3" Type="http://schemas.openxmlformats.org/officeDocument/2006/relationships/tags" Target="tags/tag1.xml" /><Relationship Id="rId4" Type="http://schemas.openxmlformats.org/officeDocument/2006/relationships/presProps" Target="presProps.xml" /><Relationship Id="rId5" Type="http://schemas.openxmlformats.org/officeDocument/2006/relationships/viewProps" Target="viewProps.xml" /><Relationship Id="rId6" Type="http://schemas.openxmlformats.org/officeDocument/2006/relationships/theme" Target="theme/theme1.xml" /><Relationship Id="rId7" Type="http://schemas.openxmlformats.org/officeDocument/2006/relationships/tableStyles" Target="tableStyles.xml" /></Relationships>
</file>

<file path=ppt/slideLayouts/_rels/slideLayout1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2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3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4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5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6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7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8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9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10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11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slideLayout1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1A48F6-A0AF-4BA7-B629-FD005775AD6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277F58C-7DFF-499F-84D0-9DBB7E605D9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199DBDD-29FA-4F62-86F3-F78FD51D4F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312F34-9A52-4CB2-9606-2233D5D044ED}" type="datetimeFigureOut">
              <a:rPr lang="en-GB" smtClean="0"/>
              <a:t>11/03/2018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ADB8648-716A-432B-BD47-067C11702F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A1F92BD-B5A0-4437-9FBE-7D1CAFE9FD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5C858D-B6C0-4851-A91E-59C6207EFA7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val="1047661628"/>
      </p:ext>
    </p:extLst>
  </p:cSld>
  <p:clrMapOvr>
    <a:masterClrMapping/>
  </p:clrMapOvr>
  <p:transition/>
  <p:timing/>
</p:sldLayout>
</file>

<file path=ppt/slideLayouts/slideLayout2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110E6A-00FD-4187-BA93-2FA6C8AB6E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E194517-C793-42C0-95D7-B31E3A73F2B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7F9F421-5AFF-49D7-BF20-B0819B6396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312F34-9A52-4CB2-9606-2233D5D044ED}" type="datetimeFigureOut">
              <a:rPr lang="en-GB" smtClean="0"/>
              <a:t>11/03/2018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1D056BF-499F-44C2-AF8D-0950EA8F4F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18D0696-8012-45B1-BB48-9970D71E8D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5C858D-B6C0-4851-A91E-59C6207EFA7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val="3839144343"/>
      </p:ext>
    </p:extLst>
  </p:cSld>
  <p:clrMapOvr>
    <a:masterClrMapping/>
  </p:clrMapOvr>
  <p:transition/>
  <p:timing/>
</p:sldLayout>
</file>

<file path=ppt/slideLayouts/slideLayout3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2F0306-D94C-44B7-9DFA-8880909F8F4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4BF460E-7B01-4A36-AFAD-BBF0A025EA4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675CC1F-510A-412B-9507-298A81FED42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312F34-9A52-4CB2-9606-2233D5D044ED}" type="datetimeFigureOut">
              <a:rPr lang="en-GB" smtClean="0"/>
              <a:t>11/03/2018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4D73D2C-D2F3-45DA-9560-85CD974EA7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A4E752E-96F6-4C78-9DCA-5F8E531E89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5C858D-B6C0-4851-A91E-59C6207EFA7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val="3148815355"/>
      </p:ext>
    </p:extLst>
  </p:cSld>
  <p:clrMapOvr>
    <a:masterClrMapping/>
  </p:clrMapOvr>
  <p:transition/>
  <p:timing/>
</p:sldLayout>
</file>

<file path=ppt/slideLayouts/slideLayout4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37FC1E-3425-454C-810B-716AD22FA8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49BBF8F-9DBB-45FD-8BD8-816EDEA7101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6DFCA63-8F4A-4B52-A3F0-8FD2EB13C3F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C3CA2D4-D98A-4184-AF1E-A352427867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312F34-9A52-4CB2-9606-2233D5D044ED}" type="datetimeFigureOut">
              <a:rPr lang="en-GB" smtClean="0"/>
              <a:t>11/03/2018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4B932CB-B432-42DC-85DF-20C341114C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A3153EC-5431-48EB-816F-86A1A6DC30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5C858D-B6C0-4851-A91E-59C6207EFA7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val="3761630161"/>
      </p:ext>
    </p:extLst>
  </p:cSld>
  <p:clrMapOvr>
    <a:masterClrMapping/>
  </p:clrMapOvr>
  <p:transition/>
  <p:timing/>
</p:sldLayout>
</file>

<file path=ppt/slideLayouts/slideLayout5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8B92E9-3704-4338-9148-4AB3E121AD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FF456CF-0A3B-4CD5-8EE3-E8698FD3C36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F5FCA3D-C6A8-4B76-954C-3EBD8CBA9BD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F9BE2D3-B10C-4A3C-A8A7-C473894F853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DFD4043-0C52-423E-829B-8E8E06D5081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CC254E93-F681-4D32-B54E-C3309EBC18F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312F34-9A52-4CB2-9606-2233D5D044ED}" type="datetimeFigureOut">
              <a:rPr lang="en-GB" smtClean="0"/>
              <a:t>11/03/2018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1D8BA17-4316-4932-B20A-073C2BE5ED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35D9E439-AA5B-428F-93B9-563DD88634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5C858D-B6C0-4851-A91E-59C6207EFA7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val="3138616304"/>
      </p:ext>
    </p:extLst>
  </p:cSld>
  <p:clrMapOvr>
    <a:masterClrMapping/>
  </p:clrMapOvr>
  <p:transition/>
  <p:timing/>
</p:sldLayout>
</file>

<file path=ppt/slideLayouts/slideLayout6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D65592-2256-4F11-98DF-30BCBC2B12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94FFF6F-A027-4E13-AAD1-F3497E7131C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312F34-9A52-4CB2-9606-2233D5D044ED}" type="datetimeFigureOut">
              <a:rPr lang="en-GB" smtClean="0"/>
              <a:t>11/03/2018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D1BAEAF-BDFA-4592-8581-E8C12DC205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F1B412A-E4D5-4840-8B8F-F580D2A05C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5C858D-B6C0-4851-A91E-59C6207EFA7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val="3946509437"/>
      </p:ext>
    </p:extLst>
  </p:cSld>
  <p:clrMapOvr>
    <a:masterClrMapping/>
  </p:clrMapOvr>
  <p:transition/>
  <p:timing/>
</p:sldLayout>
</file>

<file path=ppt/slideLayouts/slideLayout7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940C0BF-509E-4C45-A215-A0A4638644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312F34-9A52-4CB2-9606-2233D5D044ED}" type="datetimeFigureOut">
              <a:rPr lang="en-GB" smtClean="0"/>
              <a:t>11/03/2018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D416CD7-86DC-4717-A1B3-E8CCAF35C4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362A32C-4AA2-4CC2-9819-DCE8E5A0E0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5C858D-B6C0-4851-A91E-59C6207EFA7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val="3050041208"/>
      </p:ext>
    </p:extLst>
  </p:cSld>
  <p:clrMapOvr>
    <a:masterClrMapping/>
  </p:clrMapOvr>
  <p:transition/>
  <p:timing/>
</p:sldLayout>
</file>

<file path=ppt/slideLayouts/slideLayout8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C0B299-0AC4-4089-87DC-983FB5E5A1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D3F2ED3-D18C-4549-A6BA-2E328224F62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2B25401-5E9C-48AA-B7DA-1DE388FF28D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16A404D-79F9-4F0B-B718-5032574429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312F34-9A52-4CB2-9606-2233D5D044ED}" type="datetimeFigureOut">
              <a:rPr lang="en-GB" smtClean="0"/>
              <a:t>11/03/2018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D588525-47E2-4DAE-AF65-7DA8C8203C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81B8E90-D859-4BE2-8F5A-B5F21FFD10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5C858D-B6C0-4851-A91E-59C6207EFA7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val="3724069576"/>
      </p:ext>
    </p:extLst>
  </p:cSld>
  <p:clrMapOvr>
    <a:masterClrMapping/>
  </p:clrMapOvr>
  <p:transition/>
  <p:timing/>
</p:sldLayout>
</file>

<file path=ppt/slideLayouts/slideLayout9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B309CF-A783-4E7C-885A-4787AC719F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45DC599-ABE1-4BCA-BE8B-1F34613DB10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66D64C8-5ECF-4C59-8779-AC1EE5BF401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6B01296-7A3F-4CA0-9467-79B5437C88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312F34-9A52-4CB2-9606-2233D5D044ED}" type="datetimeFigureOut">
              <a:rPr lang="en-GB" smtClean="0"/>
              <a:t>11/03/2018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4735DF2-B235-412C-9A64-D4D6B692C0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198DDBD-48BD-4118-8265-0CFBBF4B5F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5C858D-B6C0-4851-A91E-59C6207EFA7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val="3859574679"/>
      </p:ext>
    </p:extLst>
  </p:cSld>
  <p:clrMapOvr>
    <a:masterClrMapping/>
  </p:clrMapOvr>
  <p:transition/>
  <p:timing/>
</p:sldLayout>
</file>

<file path=ppt/slideLayouts/slideLayout10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97A10A-1B66-443C-BD19-B2362AF6EA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12733CE-A7BC-46F7-8706-6EE182952F9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147F19F-92D4-4865-969E-48DC59C064E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312F34-9A52-4CB2-9606-2233D5D044ED}" type="datetimeFigureOut">
              <a:rPr lang="en-GB" smtClean="0"/>
              <a:t>11/03/2018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4190222-7C81-40BD-9881-6B88410521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A140555-E452-449D-B090-234691F20E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5C858D-B6C0-4851-A91E-59C6207EFA7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val="3084905187"/>
      </p:ext>
    </p:extLst>
  </p:cSld>
  <p:clrMapOvr>
    <a:masterClrMapping/>
  </p:clrMapOvr>
  <p:transition/>
  <p:timing/>
</p:sldLayout>
</file>

<file path=ppt/slideLayouts/slideLayout11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A27EEEF4-7E75-488A-84CB-F9FCE773349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5CBCB0A-6CA9-47C9-98C4-6598565F3A1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FC82D0B-82F2-4D52-A90F-E729B79693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312F34-9A52-4CB2-9606-2233D5D044ED}" type="datetimeFigureOut">
              <a:rPr lang="en-GB" smtClean="0"/>
              <a:t>11/03/2018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6772375-7723-4D01-87F8-2102765C50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EF21471-AC3A-4643-954E-04B4CD923C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5C858D-B6C0-4851-A91E-59C6207EFA7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val="3483158559"/>
      </p:ext>
    </p:extLst>
  </p:cSld>
  <p:clrMapOvr>
    <a:masterClrMapping/>
  </p:clrMapOvr>
  <p:transition/>
  <p:timing/>
</p:sldLayout>
</file>

<file path=ppt/slideMasters/_rels/slideMaster1.xml.rels>&#65279;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 /><Relationship Id="rId10" Type="http://schemas.openxmlformats.org/officeDocument/2006/relationships/slideLayout" Target="../slideLayouts/slideLayout10.xml" /><Relationship Id="rId11" Type="http://schemas.openxmlformats.org/officeDocument/2006/relationships/slideLayout" Target="../slideLayouts/slideLayout11.xml" /><Relationship Id="rId12" Type="http://schemas.openxmlformats.org/officeDocument/2006/relationships/theme" Target="../theme/theme1.xml" /><Relationship Id="rId2" Type="http://schemas.openxmlformats.org/officeDocument/2006/relationships/slideLayout" Target="../slideLayouts/slideLayout2.xml" /><Relationship Id="rId3" Type="http://schemas.openxmlformats.org/officeDocument/2006/relationships/slideLayout" Target="../slideLayouts/slideLayout3.xml" /><Relationship Id="rId4" Type="http://schemas.openxmlformats.org/officeDocument/2006/relationships/slideLayout" Target="../slideLayouts/slideLayout4.xml" /><Relationship Id="rId5" Type="http://schemas.openxmlformats.org/officeDocument/2006/relationships/slideLayout" Target="../slideLayouts/slideLayout5.xml" /><Relationship Id="rId6" Type="http://schemas.openxmlformats.org/officeDocument/2006/relationships/slideLayout" Target="../slideLayouts/slideLayout6.xml" /><Relationship Id="rId7" Type="http://schemas.openxmlformats.org/officeDocument/2006/relationships/slideLayout" Target="../slideLayouts/slideLayout7.xml" /><Relationship Id="rId8" Type="http://schemas.openxmlformats.org/officeDocument/2006/relationships/slideLayout" Target="../slideLayouts/slideLayout8.xml" /><Relationship Id="rId9" Type="http://schemas.openxmlformats.org/officeDocument/2006/relationships/slideLayout" Target="../slideLayouts/slideLayout9.xml" /></Relationships>
</file>

<file path=ppt/slideMasters/slideMaster1.xml><?xml version="1.0" encoding="utf-8"?>
<p:sldMaster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B67AF53-3B66-437F-A396-5ACF92EEAF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F881553-9F46-4C21-9E5D-A261990E760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BC96124-4C04-49E4-B6D1-60E910C7F18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A312F34-9A52-4CB2-9606-2233D5D044ED}" type="datetimeFigureOut">
              <a:rPr lang="en-GB" smtClean="0"/>
              <a:t>11/03/2018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4D353DE-9E17-46F2-A5C4-9A5268EBFB1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45A9A47-A312-4941-8854-49394863C47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45C858D-B6C0-4851-A91E-59C6207EFA7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val="34849492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ransition/>
  <p:timing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&#65279;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slide1.xml><?xml version="1.0" encoding="utf-8"?>
<p:sld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9B290A-9A85-4951-B192-8E186603FEFA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GB"/>
              <a:t>Sample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22AAC29-C9D7-4320-9D57-C5DE62D239A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/>
          <a:p>
            <a:endParaRPr lang="en-GB"/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B75EFF2B-8BDE-4EE1-9186-A28470A2875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val="4067304451"/>
              </p:ext>
            </p:extLst>
          </p:nvPr>
        </p:nvGraphicFramePr>
        <p:xfrm>
          <a:off x="3344227" y="3552824"/>
          <a:ext cx="5503545" cy="1883163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2157095">
                  <a:extLst>
                    <a:ext uri="{9D8B030D-6E8A-4147-A177-3AD203B41FA5}">
                      <a16:colId xmlns:a16="http://schemas.microsoft.com/office/drawing/2014/main" val="3465543320"/>
                    </a:ext>
                  </a:extLst>
                </a:gridCol>
                <a:gridCol w="1729740">
                  <a:extLst>
                    <a:ext uri="{9D8B030D-6E8A-4147-A177-3AD203B41FA5}">
                      <a16:colId xmlns:a16="http://schemas.microsoft.com/office/drawing/2014/main" val="2318297211"/>
                    </a:ext>
                  </a:extLst>
                </a:gridCol>
                <a:gridCol w="1616710">
                  <a:extLst>
                    <a:ext uri="{9D8B030D-6E8A-4147-A177-3AD203B41FA5}">
                      <a16:colId xmlns:a16="http://schemas.microsoft.com/office/drawing/2014/main" val="519080895"/>
                    </a:ext>
                  </a:extLst>
                </a:gridCol>
              </a:tblGrid>
              <a:tr h="0">
                <a:tc>
                  <a:txBody>
                    <a:bodyPr vert="horz" wrap="square"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ct val="0"/>
                        </a:spcAft>
                      </a:pPr>
                      <a:r>
                        <a:rPr lang="en-US" sz="1100">
                          <a:effectLst/>
                        </a:rPr>
                        <a:t>Client</a:t>
                      </a:r>
                      <a:endParaRPr lang="en-GB" sz="1100" b="1">
                        <a:solidFill>
                          <a:srgbClr val="7F7F7F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 vert="horz" wrap="square"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ct val="0"/>
                        </a:spcAft>
                      </a:pPr>
                      <a:r>
                        <a:rPr lang="en-US" sz="1100">
                          <a:effectLst/>
                        </a:rPr>
                        <a:t>Manager</a:t>
                      </a:r>
                      <a:endParaRPr lang="en-GB" sz="1100" b="1">
                        <a:solidFill>
                          <a:srgbClr val="7F7F7F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 vert="horz" wrap="square"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ct val="0"/>
                        </a:spcAft>
                      </a:pPr>
                      <a:r>
                        <a:rPr lang="en-US" sz="1100">
                          <a:effectLst/>
                        </a:rPr>
                        <a:t>Contract Price</a:t>
                      </a:r>
                      <a:endParaRPr lang="en-GB" sz="1100" b="1">
                        <a:solidFill>
                          <a:srgbClr val="7F7F7F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63916402"/>
                  </a:ext>
                </a:extLst>
              </a:tr>
              <a:tr h="0">
                <a:tc>
                  <a:txBody>
                    <a:bodyPr vert="horz" wrap="square"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ct val="0"/>
                        </a:spcAft>
                      </a:pPr>
                      <a:r>
                        <a:rPr lang="en-US" sz="1100">
                          <a:effectLst/>
                        </a:rPr>
                        <a:t>A Company</a:t>
                      </a:r>
                      <a:endParaRPr lang="en-GB" sz="1100" b="1">
                        <a:solidFill>
                          <a:srgbClr val="7F7F7F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 vert="horz" wrap="square"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ct val="0"/>
                        </a:spcAft>
                      </a:pPr>
                      <a:r>
                        <a:rPr lang="en-US" sz="1100">
                          <a:effectLst/>
                        </a:rPr>
                        <a:t>John Smith</a:t>
                      </a:r>
                      <a:endParaRPr lang="en-GB" sz="1100" b="1">
                        <a:solidFill>
                          <a:srgbClr val="7F7F7F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 vert="horz" wrap="square"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ct val="0"/>
                        </a:spcAft>
                      </a:pPr>
                      <a:r>
                        <a:rPr lang="en-US" sz="1100">
                          <a:effectLst/>
                        </a:rPr>
                        <a:t>1200000.0</a:t>
                      </a:r>
                      <a:endParaRPr lang="en-GB" sz="1100" b="1">
                        <a:solidFill>
                          <a:srgbClr val="7F7F7F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</a:tr>
              <a:tr h="0">
                <a:tc>
                  <a:txBody>
                    <a:bodyPr vert="horz" wrap="square"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ct val="0"/>
                        </a:spcAft>
                      </a:pPr>
                      <a:r>
                        <a:rPr lang="en-US" sz="1100">
                          <a:effectLst/>
                        </a:rPr>
                        <a:t>B Ltd.</a:t>
                      </a:r>
                      <a:endParaRPr lang="en-GB" sz="1100" b="1">
                        <a:solidFill>
                          <a:srgbClr val="7F7F7F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 vert="horz" wrap="square"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ct val="0"/>
                        </a:spcAft>
                      </a:pPr>
                      <a:r>
                        <a:rPr lang="en-US" sz="1100">
                          <a:effectLst/>
                        </a:rPr>
                        <a:t>John Smith</a:t>
                      </a:r>
                      <a:endParaRPr lang="en-GB" sz="1100" b="1">
                        <a:solidFill>
                          <a:srgbClr val="7F7F7F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 vert="horz" wrap="square"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ct val="0"/>
                        </a:spcAft>
                      </a:pPr>
                      <a:r>
                        <a:rPr lang="en-US" sz="1100">
                          <a:effectLst/>
                        </a:rPr>
                        <a:t>750000.0</a:t>
                      </a:r>
                      <a:endParaRPr lang="en-GB" sz="1100" b="1">
                        <a:solidFill>
                          <a:srgbClr val="7F7F7F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</a:tr>
              <a:tr h="0">
                <a:tc>
                  <a:txBody>
                    <a:bodyPr vert="horz" wrap="square"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ct val="0"/>
                        </a:spcAft>
                      </a:pPr>
                      <a:r>
                        <a:rPr lang="en-US" sz="1100">
                          <a:effectLst/>
                        </a:rPr>
                        <a:t>C &amp; D</a:t>
                      </a:r>
                      <a:endParaRPr lang="en-GB" sz="1100" b="1">
                        <a:solidFill>
                          <a:srgbClr val="7F7F7F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 vert="horz" wrap="square"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ct val="0"/>
                        </a:spcAft>
                      </a:pPr>
                      <a:r>
                        <a:rPr lang="en-US" sz="1100">
                          <a:effectLst/>
                        </a:rPr>
                        <a:t>John Smith</a:t>
                      </a:r>
                      <a:endParaRPr lang="en-GB" sz="1100" b="1">
                        <a:solidFill>
                          <a:srgbClr val="7F7F7F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 vert="horz" wrap="square"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ct val="0"/>
                        </a:spcAft>
                      </a:pPr>
                      <a:r>
                        <a:rPr lang="en-US" sz="1100">
                          <a:effectLst/>
                        </a:rPr>
                        <a:t>350000.0</a:t>
                      </a:r>
                      <a:endParaRPr lang="en-GB" sz="1100" b="1">
                        <a:solidFill>
                          <a:srgbClr val="7F7F7F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</a:tr>
              <a:tr h="0">
                <a:tc>
                  <a:txBody>
                    <a:bodyPr vert="horz" wrap="square"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ct val="0"/>
                        </a:spcAft>
                      </a:pPr>
                      <a:r>
                        <a:rPr lang="en-US" sz="1100">
                          <a:effectLst/>
                        </a:rPr>
                        <a:t>E Corp.</a:t>
                      </a:r>
                      <a:endParaRPr lang="en-GB" sz="1100" b="1">
                        <a:solidFill>
                          <a:srgbClr val="7F7F7F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 vert="horz" wrap="square"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ct val="0"/>
                        </a:spcAft>
                      </a:pPr>
                      <a:r>
                        <a:rPr lang="en-US" sz="1100">
                          <a:effectLst/>
                        </a:rPr>
                        <a:t>Tony Anderson</a:t>
                      </a:r>
                      <a:endParaRPr lang="en-GB" sz="1100" b="1">
                        <a:solidFill>
                          <a:srgbClr val="7F7F7F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 vert="horz" wrap="square"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ct val="0"/>
                        </a:spcAft>
                      </a:pPr>
                      <a:r>
                        <a:rPr lang="en-US" sz="1100">
                          <a:effectLst/>
                        </a:rPr>
                        <a:t>650000.0</a:t>
                      </a:r>
                      <a:endParaRPr lang="en-GB" sz="1100" b="1">
                        <a:solidFill>
                          <a:srgbClr val="7F7F7F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</a:tr>
              <a:tr h="0">
                <a:tc>
                  <a:txBody>
                    <a:bodyPr vert="horz" wrap="square"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ct val="0"/>
                        </a:spcAft>
                      </a:pPr>
                      <a:r>
                        <a:rPr lang="en-US" sz="1100">
                          <a:effectLst/>
                        </a:rPr>
                        <a:t>F &amp; Partners</a:t>
                      </a:r>
                      <a:endParaRPr lang="en-GB" sz="1100" b="1">
                        <a:solidFill>
                          <a:srgbClr val="7F7F7F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 vert="horz" wrap="square"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ct val="0"/>
                        </a:spcAft>
                      </a:pPr>
                      <a:r>
                        <a:rPr lang="en-US" sz="1100">
                          <a:effectLst/>
                        </a:rPr>
                        <a:t>Tony Anderson</a:t>
                      </a:r>
                      <a:endParaRPr lang="en-GB" sz="1100" b="1">
                        <a:solidFill>
                          <a:srgbClr val="7F7F7F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 vert="horz" wrap="square"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ct val="0"/>
                        </a:spcAft>
                      </a:pPr>
                      <a:r>
                        <a:rPr lang="en-US" sz="1100">
                          <a:effectLst/>
                        </a:rPr>
                        <a:t>550000.0</a:t>
                      </a:r>
                      <a:endParaRPr lang="en-GB" sz="1100" b="1">
                        <a:solidFill>
                          <a:srgbClr val="7F7F7F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</a:tr>
              <a:tr h="0">
                <a:tc>
                  <a:txBody>
                    <a:bodyPr vert="horz" wrap="square"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ct val="0"/>
                        </a:spcAft>
                      </a:pPr>
                      <a:r>
                        <a:rPr lang="en-US" sz="1100">
                          <a:effectLst/>
                        </a:rPr>
                        <a:t>G &amp; Co.</a:t>
                      </a:r>
                      <a:endParaRPr lang="en-GB" sz="1100" b="1">
                        <a:solidFill>
                          <a:srgbClr val="7F7F7F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 vert="horz" wrap="square"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ct val="0"/>
                        </a:spcAft>
                      </a:pPr>
                      <a:r>
                        <a:rPr lang="en-US" sz="1100">
                          <a:effectLst/>
                        </a:rPr>
                        <a:t>July James</a:t>
                      </a:r>
                      <a:endParaRPr lang="en-GB" sz="1100" b="1">
                        <a:solidFill>
                          <a:srgbClr val="7F7F7F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 vert="horz" wrap="square"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ct val="0"/>
                        </a:spcAft>
                      </a:pPr>
                      <a:r>
                        <a:rPr lang="en-US" sz="1100">
                          <a:effectLst/>
                        </a:rPr>
                        <a:t>350000.0</a:t>
                      </a:r>
                      <a:endParaRPr lang="en-GB" sz="1100" b="1">
                        <a:solidFill>
                          <a:srgbClr val="7F7F7F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</a:tr>
              <a:tr h="0">
                <a:tc>
                  <a:txBody>
                    <a:bodyPr vert="horz" wrap="square"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ct val="0"/>
                        </a:spcAft>
                      </a:pPr>
                      <a:r>
                        <a:rPr lang="en-US" sz="1100">
                          <a:effectLst/>
                        </a:rPr>
                        <a:t>H Group</a:t>
                      </a:r>
                      <a:endParaRPr lang="en-GB" sz="1100" b="1">
                        <a:solidFill>
                          <a:srgbClr val="7F7F7F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 vert="horz" wrap="square"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ct val="0"/>
                        </a:spcAft>
                      </a:pPr>
                      <a:r>
                        <a:rPr lang="en-US" sz="1100">
                          <a:effectLst/>
                        </a:rPr>
                        <a:t>July James</a:t>
                      </a:r>
                      <a:endParaRPr lang="en-GB" sz="1100" b="1">
                        <a:solidFill>
                          <a:srgbClr val="7F7F7F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 vert="horz" wrap="square"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ct val="0"/>
                        </a:spcAft>
                      </a:pPr>
                      <a:r>
                        <a:rPr lang="en-US" sz="1100">
                          <a:effectLst/>
                        </a:rPr>
                        <a:t>250000.0</a:t>
                      </a:r>
                      <a:endParaRPr lang="en-GB" sz="1100" b="1">
                        <a:solidFill>
                          <a:srgbClr val="7F7F7F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</a:tr>
              <a:tr h="0">
                <a:tc>
                  <a:txBody>
                    <a:bodyPr vert="horz" wrap="square"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ct val="0"/>
                        </a:spcAft>
                      </a:pPr>
                      <a:r>
                        <a:rPr lang="en-US" sz="1100">
                          <a:effectLst/>
                        </a:rPr>
                        <a:t>I &amp; Sons</a:t>
                      </a:r>
                      <a:endParaRPr lang="en-GB" sz="1100" b="1">
                        <a:solidFill>
                          <a:srgbClr val="7F7F7F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 vert="horz" wrap="square"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ct val="0"/>
                        </a:spcAft>
                      </a:pPr>
                      <a:r>
                        <a:rPr lang="en-US" sz="1100">
                          <a:effectLst/>
                        </a:rPr>
                        <a:t>July James</a:t>
                      </a:r>
                      <a:endParaRPr lang="en-GB" sz="1100" b="1">
                        <a:solidFill>
                          <a:srgbClr val="7F7F7F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 vert="horz" wrap="square"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ct val="0"/>
                        </a:spcAft>
                      </a:pPr>
                      <a:r>
                        <a:rPr lang="en-US" sz="1100">
                          <a:effectLst/>
                        </a:rPr>
                        <a:t>100000.0</a:t>
                      </a:r>
                      <a:endParaRPr lang="en-GB" sz="1100" b="1">
                        <a:solidFill>
                          <a:srgbClr val="7F7F7F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</a:tr>
              <a:tr h="0">
                <a:tc>
                  <a:txBody>
                    <a:bodyPr vert="horz" wrap="square"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ct val="0"/>
                        </a:spcAft>
                      </a:pPr>
                      <a:r>
                        <a:rPr lang="en-US" sz="1100">
                          <a:effectLst/>
                        </a:rPr>
                        <a:t>J Ent.</a:t>
                      </a:r>
                      <a:endParaRPr lang="en-GB" sz="1100" b="1">
                        <a:solidFill>
                          <a:srgbClr val="7F7F7F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 vert="horz" wrap="square"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ct val="0"/>
                        </a:spcAft>
                      </a:pPr>
                      <a:r>
                        <a:rPr lang="en-US" sz="1100">
                          <a:effectLst/>
                        </a:rPr>
                        <a:t>July James</a:t>
                      </a:r>
                      <a:endParaRPr lang="en-GB" sz="1100" b="1">
                        <a:solidFill>
                          <a:srgbClr val="7F7F7F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 vert="horz" wrap="square"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ct val="0"/>
                        </a:spcAft>
                      </a:pPr>
                      <a:r>
                        <a:rPr lang="en-US" sz="1100">
                          <a:effectLst/>
                        </a:rPr>
                        <a:t>100000.0</a:t>
                      </a:r>
                      <a:endParaRPr lang="en-GB" sz="1100" b="1">
                        <a:solidFill>
                          <a:srgbClr val="7F7F7F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</a:tr>
              <a:tr h="0">
                <a:tc gridSpan="2">
                  <a:txBody>
                    <a:bodyPr vert="horz" wrap="square"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ct val="0"/>
                        </a:spcAft>
                      </a:pPr>
                      <a:r>
                        <a:rPr lang="en-US" sz="1100">
                          <a:effectLst/>
                        </a:rPr>
                        <a:t> </a:t>
                      </a:r>
                      <a:endParaRPr lang="en-GB" sz="1100" b="1">
                        <a:solidFill>
                          <a:srgbClr val="7F7F7F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 hMerge="1">
                  <a:txBody>
                    <a:bodyPr vert="horz" wrap="square"/>
                    <a:lstStyle/>
                    <a:p>
                      <a:endParaRPr lang="en-GB"/>
                    </a:p>
                  </a:txBody>
                  <a:tcPr/>
                </a:tc>
                <a:tc>
                  <a:txBody>
                    <a:bodyPr vert="horz" wrap="square"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ct val="0"/>
                        </a:spcAft>
                      </a:pPr>
                      <a:r>
                        <a:rPr lang="en-US" sz="1100">
                          <a:effectLst/>
                        </a:rPr>
                        <a:t> </a:t>
                      </a:r>
                      <a:endParaRPr lang="en-GB" sz="1100" b="1">
                        <a:solidFill>
                          <a:srgbClr val="7F7F7F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28633531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val="2389299465"/>
      </p:ext>
    </p:extLst>
  </p:cSld>
  <p:clrMapOvr>
    <a:masterClrMapping/>
  </p:clrMapOvr>
  <p:transition/>
  <p:timing/>
</p:sld>
</file>

<file path=ppt/tags/tag1.xml><?xml version="1.0" encoding="utf-8"?>
<p:tagLst xmlns:p="http://schemas.openxmlformats.org/presentationml/2006/main">
  <p:tag name="AS_OS" val="Microsoft Windows NT 10.0"/>
  <p:tag name="AS_RELEASE_DATE" val="2026.02.28"/>
  <p:tag name="AS_TITLE" val="Aspose.Slides for Java"/>
  <p:tag name="AS_VERSION" val="26.2"/>
</p:tagLst>
</file>

<file path=ppt/theme/theme1.xml><?xml version="1.0" encoding="utf-8"?>
<a:theme xmlns:r="http://schemas.openxmlformats.org/officeDocument/2006/relationships"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Calibri Light" panose="020f0302020204030204"/>
        <a:cs typeface="Arial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Calibri" panose="020f0502020204030204"/>
        <a:cs typeface="Arial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:vt="http://schemas.openxmlformats.org/officeDocument/2006/docPropsVTypes" xmlns="http://schemas.openxmlformats.org/officeDocument/2006/extended-properties">
  <Company/>
  <PresentationFormat>Widescreen</PresentationFormat>
  <Paragraphs>1</Paragraphs>
  <Slides>1</Slides>
  <Notes>0</Notes>
  <TotalTime>1</TotalTime>
  <HiddenSlides>0</HiddenSlides>
  <MMClips>0</MMClips>
  <ScaleCrop>0</ScaleCrop>
  <HeadingPairs>
    <vt:vector baseType="variant" size="6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baseType="lpstr" size="6">
      <vt:lpstr>Arial</vt:lpstr>
      <vt:lpstr>Calibri Light</vt:lpstr>
      <vt:lpstr>Calibri</vt:lpstr>
      <vt:lpstr>Times New Roman</vt:lpstr>
      <vt:lpstr>Office Theme</vt:lpstr>
      <vt:lpstr>Sample</vt:lpstr>
    </vt:vector>
  </TitlesOfParts>
  <LinksUpToDate>0</LinksUpToDate>
  <SharedDoc>0</SharedDoc>
  <HyperlinksChanged>0</HyperlinksChanged>
  <Application>Aspose.Slides for Java</Application>
  <AppVersion>26.0200</AppVersion>
</Properties>
</file>

<file path=docProps/core.xml><?xml version="1.0" encoding="utf-8"?>
<cp:coreProperties xmlns:dc="http://purl.org/dc/elements/1.1/" xmlns:dcterms="http://purl.org/dc/terms/" xmlns:dcmitype="http://purl.org/dc/dcmitype/" xmlns:xsi="http://www.w3.org/2001/XMLSchema-instance" xmlns:cp="http://schemas.openxmlformats.org/package/2006/metadata/core-properties">
  <dc:title>Sample</dc:title>
  <dc:creator>Ali Ahmed sahi</dc:creator>
  <cp:lastModifiedBy>Ali Ahmed sahi</cp:lastModifiedBy>
  <cp:revision>2</cp:revision>
  <dcterms:created xsi:type="dcterms:W3CDTF">2018-03-09T12:05:28Z</dcterms:created>
  <dcterms:modified xsi:type="dcterms:W3CDTF">2026-10-12T20:16:21Z</dcterms:modified>
</cp:coreProperties>
</file>