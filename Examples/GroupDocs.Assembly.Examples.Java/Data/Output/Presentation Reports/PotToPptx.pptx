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custDataLst>
    <p:tags r:id="rId4"/>
  </p:custDataLst>
  <p:defaultTextStyle>
    <a:defPPr>
      <a:defRPr lang="en-NZ"/>
    </a:defPPr>
    <a:lvl1pPr marL="0" indent="0" algn="l" defTabSz="914400" rtl="0" eaLnBrk="0" fontAlgn="base" hangingPunct="0">
      <a:lnSpc>
        <a:spcPct val="100000"/>
      </a:lnSpc>
      <a:spcBef>
        <a:spcPct val="0"/>
      </a:spcBef>
      <a:spcAft>
        <a:spcPct val="0"/>
      </a:spcAft>
      <a:buClrTx/>
      <a:buSzTx/>
      <a:buFontTx/>
      <a:buNone/>
      <a:defRPr kumimoji="0" sz="1800" b="0" i="0" u="none" baseline="0">
        <a:solidFill>
          <a:srgbClr val="000000"/>
        </a:solidFill>
        <a:effectLst/>
        <a:latin typeface="Calibri Light" charset="0"/>
        <a:ea typeface="Arial"/>
      </a:defRPr>
    </a:lvl1pPr>
    <a:lvl2pPr marL="457200" indent="0" algn="l" defTabSz="914400" rtl="0" eaLnBrk="0" fontAlgn="base" hangingPunct="0">
      <a:lnSpc>
        <a:spcPct val="100000"/>
      </a:lnSpc>
      <a:spcBef>
        <a:spcPct val="0"/>
      </a:spcBef>
      <a:spcAft>
        <a:spcPct val="0"/>
      </a:spcAft>
      <a:buClrTx/>
      <a:buSzTx/>
      <a:buFontTx/>
      <a:buNone/>
      <a:defRPr kumimoji="0" sz="1800" b="0" i="0" u="none" baseline="0">
        <a:solidFill>
          <a:srgbClr val="000000"/>
        </a:solidFill>
        <a:effectLst/>
        <a:latin typeface="Calibri Light" charset="0"/>
        <a:ea typeface="Arial"/>
      </a:defRPr>
    </a:lvl2pPr>
    <a:lvl3pPr marL="914400" indent="0" algn="l" defTabSz="914400" rtl="0" eaLnBrk="0" fontAlgn="base" hangingPunct="0">
      <a:lnSpc>
        <a:spcPct val="100000"/>
      </a:lnSpc>
      <a:spcBef>
        <a:spcPct val="0"/>
      </a:spcBef>
      <a:spcAft>
        <a:spcPct val="0"/>
      </a:spcAft>
      <a:buClrTx/>
      <a:buSzTx/>
      <a:buFontTx/>
      <a:buNone/>
      <a:defRPr kumimoji="0" sz="1800" b="0" i="0" u="none" baseline="0">
        <a:solidFill>
          <a:srgbClr val="000000"/>
        </a:solidFill>
        <a:effectLst/>
        <a:latin typeface="Calibri Light" charset="0"/>
        <a:ea typeface="Arial"/>
      </a:defRPr>
    </a:lvl3pPr>
    <a:lvl4pPr marL="1371600" indent="0" algn="l" defTabSz="914400" rtl="0" eaLnBrk="0" fontAlgn="base" hangingPunct="0">
      <a:lnSpc>
        <a:spcPct val="100000"/>
      </a:lnSpc>
      <a:spcBef>
        <a:spcPct val="0"/>
      </a:spcBef>
      <a:spcAft>
        <a:spcPct val="0"/>
      </a:spcAft>
      <a:buClrTx/>
      <a:buSzTx/>
      <a:buFontTx/>
      <a:buNone/>
      <a:defRPr kumimoji="0" sz="1800" b="0" i="0" u="none" baseline="0">
        <a:solidFill>
          <a:srgbClr val="000000"/>
        </a:solidFill>
        <a:effectLst/>
        <a:latin typeface="Calibri Light" charset="0"/>
        <a:ea typeface="Arial"/>
      </a:defRPr>
    </a:lvl4pPr>
    <a:lvl5pPr marL="1828800" indent="0" algn="l" defTabSz="914400" rtl="0" eaLnBrk="0" fontAlgn="base" hangingPunct="0">
      <a:lnSpc>
        <a:spcPct val="100000"/>
      </a:lnSpc>
      <a:spcBef>
        <a:spcPct val="0"/>
      </a:spcBef>
      <a:spcAft>
        <a:spcPct val="0"/>
      </a:spcAft>
      <a:buClrTx/>
      <a:buSzTx/>
      <a:buFontTx/>
      <a:buNone/>
      <a:defRPr kumimoji="0" sz="1800" b="0" i="0" u="none" baseline="0">
        <a:solidFill>
          <a:srgbClr val="000000"/>
        </a:solidFill>
        <a:effectLst/>
        <a:latin typeface="Calibri Light" charset="0"/>
        <a:ea typeface="Arial"/>
      </a:defRPr>
    </a:lvl5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6" autoAdjust="0"/>
    <p:restoredTop sz="94660"/>
  </p:normalViewPr>
  <p:slideViewPr>
    <p:cSldViewPr>
      <p:cViewPr>
        <p:scale>
          <a:sx n="73" d="100"/>
          <a:sy n="73" d="100"/>
        </p:scale>
        <p:origin x="0" y="0"/>
      </p:cViewPr>
      <p:guideLst/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tags" Target="tags/tag1.xml" /><Relationship Id="rId5" Type="http://schemas.openxmlformats.org/officeDocument/2006/relationships/presProps" Target="presProps.xml" /><Relationship Id="rId6" Type="http://schemas.openxmlformats.org/officeDocument/2006/relationships/viewProps" Target="viewProps.xml" /><Relationship Id="rId7" Type="http://schemas.openxmlformats.org/officeDocument/2006/relationships/theme" Target="theme/theme1.xml" /><Relationship Id="rId8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>
  <p:cSld name="Title Slide">
    <p:bg>
      <p:bgPr>
        <a:solidFill>
          <a:schemeClr val="bg1"/>
        </a:solidFill>
      </p:bgPr>
    </p:bg>
    <p:spTree>
      <p:nvGrpSpPr>
        <p:cNvPr id="1" name="" titl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noProof="0"/>
              <a:t>Click to edit Master title style</a:t>
            </a:r>
            <a:endParaRPr lang="en-NZ" noProof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Click to edit Master subtitle style</a:t>
            </a:r>
            <a:endParaRPr lang="en-NZ" noProof="0"/>
          </a:p>
        </p:txBody>
      </p:sp>
      <p:sp>
        <p:nvSpPr>
          <p:cNvPr id="2052" name="Date Placeholder 3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3851244-5BC2-4105-B61F-7EBC533F9ABD}" type="datetime1">
              <a:rPr kumimoji="0" lang="en-NZ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rPr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t>*</a:t>
            </a:fld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2053" name="Footer Placeholder 4"/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2054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ln cap="flat" algn="ctr">
            <a:round/>
            <a:headEnd type="none" w="med" len="med"/>
            <a:tailEnd type="none" w="med" len="med"/>
          </a:ln>
        </p:spPr>
        <p:txBody>
          <a:bodyPr numCol="1" anchor="ctr" anchorCtr="0" compatLnSpc="1">
            <a:prstTxWarp prst="textNoShape">
              <a:avLst/>
            </a:prstTxWarp>
            <a:noAutofit/>
          </a:bodyPr>
          <a:lstStyle>
            <a:defPPr>
              <a:defRPr lang="en-NZ"/>
            </a:defPPr>
            <a:lvl1pPr marL="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1pPr>
            <a:lvl2pPr marL="4572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2pPr>
            <a:lvl3pPr marL="9144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3pPr>
            <a:lvl4pPr marL="13716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4pPr>
            <a:lvl5pPr marL="18288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5pPr>
          </a:lstStyle>
          <a:p>
            <a:pPr marL="0" lvl="0" indent="0" algn="r" eaLnBrk="1" hangingPunct="1"/>
            <a:fld id="{B0B0712F-5603-4B56-9D3E-5449B73E7FD2}" type="slidenum">
              <a:rPr lang="en-NZ" altLang="en-US" sz="1200">
                <a:solidFill>
                  <a:srgbClr val="898989"/>
                </a:solidFill>
              </a:rPr>
              <a:t>‹#›</a:t>
            </a:fld>
            <a:endParaRPr lang="en-NZ" altLang="en-US" sz="1200">
              <a:solidFill>
                <a:srgbClr val="898989"/>
              </a:solidFill>
            </a:endParaRPr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>
  <p:cSld name="Title and Content">
    <p:bg>
      <p:bgPr>
        <a:solidFill>
          <a:schemeClr val="bg1"/>
        </a:solidFill>
      </p:bgPr>
    </p:bg>
    <p:spTree>
      <p:nvGrpSpPr>
        <p:cNvPr id="1" name="" titl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noProof="0"/>
              <a:t>Click to edit Master title style</a:t>
            </a:r>
            <a:endParaRPr lang="en-NZ" noProof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NZ" noProof="0"/>
          </a:p>
        </p:txBody>
      </p:sp>
      <p:sp>
        <p:nvSpPr>
          <p:cNvPr id="3076" name="Date Placeholder 3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BFB5690-7CA2-457A-87A8-F655C634DDC9}" type="datetime1">
              <a:rPr kumimoji="0" lang="en-NZ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rPr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t>*</a:t>
            </a:fld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3077" name="Footer Placeholder 4"/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307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ln cap="flat" algn="ctr">
            <a:round/>
            <a:headEnd type="none" w="med" len="med"/>
            <a:tailEnd type="none" w="med" len="med"/>
          </a:ln>
        </p:spPr>
        <p:txBody>
          <a:bodyPr numCol="1" anchor="ctr" anchorCtr="0" compatLnSpc="1">
            <a:prstTxWarp prst="textNoShape">
              <a:avLst/>
            </a:prstTxWarp>
            <a:noAutofit/>
          </a:bodyPr>
          <a:lstStyle>
            <a:defPPr>
              <a:defRPr lang="en-NZ"/>
            </a:defPPr>
            <a:lvl1pPr marL="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1pPr>
            <a:lvl2pPr marL="4572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2pPr>
            <a:lvl3pPr marL="9144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3pPr>
            <a:lvl4pPr marL="13716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4pPr>
            <a:lvl5pPr marL="18288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5pPr>
          </a:lstStyle>
          <a:p>
            <a:pPr marL="0" lvl="0" indent="0" algn="r" eaLnBrk="1" hangingPunct="1"/>
            <a:fld id="{DFAF32D7-4387-4353-85E9-BED452E7E68F}" type="slidenum">
              <a:rPr lang="en-NZ" altLang="en-US" sz="1200">
                <a:solidFill>
                  <a:srgbClr val="898989"/>
                </a:solidFill>
              </a:rPr>
              <a:t>‹#›</a:t>
            </a:fld>
            <a:endParaRPr lang="en-NZ" altLang="en-US" sz="1200">
              <a:solidFill>
                <a:srgbClr val="898989"/>
              </a:solidFill>
            </a:endParaRPr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>
  <p:cSld name="Section Header">
    <p:bg>
      <p:bgPr>
        <a:solidFill>
          <a:schemeClr val="bg1"/>
        </a:solidFill>
      </p:bgPr>
    </p:bg>
    <p:spTree>
      <p:nvGrpSpPr>
        <p:cNvPr id="1" name="" titl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noProof="0"/>
              <a:t>Click to edit Master title style</a:t>
            </a:r>
            <a:endParaRPr lang="en-NZ" noProof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100" name="Date Placeholder 3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D796256C-1DA5-4184-9759-762D5638CA4B}" type="datetime1">
              <a:rPr kumimoji="0" lang="en-NZ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rPr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t>*</a:t>
            </a:fld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4101" name="Footer Placeholder 4"/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410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ln cap="flat" algn="ctr">
            <a:round/>
            <a:headEnd type="none" w="med" len="med"/>
            <a:tailEnd type="none" w="med" len="med"/>
          </a:ln>
        </p:spPr>
        <p:txBody>
          <a:bodyPr numCol="1" anchor="ctr" anchorCtr="0" compatLnSpc="1">
            <a:prstTxWarp prst="textNoShape">
              <a:avLst/>
            </a:prstTxWarp>
            <a:noAutofit/>
          </a:bodyPr>
          <a:lstStyle>
            <a:defPPr>
              <a:defRPr lang="en-NZ"/>
            </a:defPPr>
            <a:lvl1pPr marL="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1pPr>
            <a:lvl2pPr marL="4572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2pPr>
            <a:lvl3pPr marL="9144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3pPr>
            <a:lvl4pPr marL="13716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4pPr>
            <a:lvl5pPr marL="18288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5pPr>
          </a:lstStyle>
          <a:p>
            <a:pPr marL="0" lvl="0" indent="0" algn="r" eaLnBrk="1" hangingPunct="1"/>
            <a:fld id="{A85597A7-1A10-479B-9A4B-B5D712381F01}" type="slidenum">
              <a:rPr lang="en-NZ" altLang="en-US" sz="1200">
                <a:solidFill>
                  <a:srgbClr val="898989"/>
                </a:solidFill>
              </a:rPr>
              <a:t>‹#›</a:t>
            </a:fld>
            <a:endParaRPr lang="en-NZ" altLang="en-US" sz="1200">
              <a:solidFill>
                <a:srgbClr val="898989"/>
              </a:solidFill>
            </a:endParaRPr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>
  <p:cSld name="Two Content">
    <p:bg>
      <p:bgPr>
        <a:solidFill>
          <a:schemeClr val="bg1"/>
        </a:solidFill>
      </p:bgPr>
    </p:bg>
    <p:spTree>
      <p:nvGrpSpPr>
        <p:cNvPr id="1" name="" titl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noProof="0"/>
              <a:t>Click to edit Master title style</a:t>
            </a:r>
            <a:endParaRPr lang="en-NZ" noProof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NZ" noProof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NZ" noProof="0"/>
          </a:p>
        </p:txBody>
      </p:sp>
      <p:sp>
        <p:nvSpPr>
          <p:cNvPr id="5124" name="Date Placeholder 3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FCA55A78-6E05-4420-A522-739F0818BDA3}" type="datetime1">
              <a:rPr kumimoji="0" lang="en-NZ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rPr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t>*</a:t>
            </a:fld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5125" name="Footer Placeholder 4"/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512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ln cap="flat" algn="ctr">
            <a:round/>
            <a:headEnd type="none" w="med" len="med"/>
            <a:tailEnd type="none" w="med" len="med"/>
          </a:ln>
        </p:spPr>
        <p:txBody>
          <a:bodyPr numCol="1" anchor="ctr" anchorCtr="0" compatLnSpc="1">
            <a:prstTxWarp prst="textNoShape">
              <a:avLst/>
            </a:prstTxWarp>
            <a:noAutofit/>
          </a:bodyPr>
          <a:lstStyle>
            <a:defPPr>
              <a:defRPr lang="en-NZ"/>
            </a:defPPr>
            <a:lvl1pPr marL="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1pPr>
            <a:lvl2pPr marL="4572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2pPr>
            <a:lvl3pPr marL="9144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3pPr>
            <a:lvl4pPr marL="13716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4pPr>
            <a:lvl5pPr marL="18288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5pPr>
          </a:lstStyle>
          <a:p>
            <a:pPr marL="0" lvl="0" indent="0" algn="r" eaLnBrk="1" hangingPunct="1"/>
            <a:fld id="{A16B7EDC-6A31-4834-898E-BAC326DDDD2E}" type="slidenum">
              <a:rPr lang="en-NZ" altLang="en-US" sz="1200">
                <a:solidFill>
                  <a:srgbClr val="898989"/>
                </a:solidFill>
              </a:rPr>
              <a:t>‹#›</a:t>
            </a:fld>
            <a:endParaRPr lang="en-NZ" altLang="en-US" sz="1200">
              <a:solidFill>
                <a:srgbClr val="898989"/>
              </a:solidFill>
            </a:endParaRPr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>
  <p:cSld name="Comparison">
    <p:bg>
      <p:bgPr>
        <a:solidFill>
          <a:schemeClr val="bg1"/>
        </a:solidFill>
      </p:bgPr>
    </p:bg>
    <p:spTree>
      <p:nvGrpSpPr>
        <p:cNvPr id="1" name="" titl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noProof="0"/>
              <a:t>Click to edit Master title style</a:t>
            </a:r>
            <a:endParaRPr lang="en-NZ" noProof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NZ" noProof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NZ" noProof="0"/>
          </a:p>
        </p:txBody>
      </p:sp>
      <p:sp>
        <p:nvSpPr>
          <p:cNvPr id="6148" name="Date Placeholder 3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22605F20-0170-4BB1-857A-503931E66461}" type="datetime1">
              <a:rPr kumimoji="0" lang="en-NZ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rPr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t>*</a:t>
            </a:fld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6149" name="Footer Placeholder 4"/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6150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ln cap="flat" algn="ctr">
            <a:round/>
            <a:headEnd type="none" w="med" len="med"/>
            <a:tailEnd type="none" w="med" len="med"/>
          </a:ln>
        </p:spPr>
        <p:txBody>
          <a:bodyPr numCol="1" anchor="ctr" anchorCtr="0" compatLnSpc="1">
            <a:prstTxWarp prst="textNoShape">
              <a:avLst/>
            </a:prstTxWarp>
            <a:noAutofit/>
          </a:bodyPr>
          <a:lstStyle>
            <a:defPPr>
              <a:defRPr lang="en-NZ"/>
            </a:defPPr>
            <a:lvl1pPr marL="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1pPr>
            <a:lvl2pPr marL="4572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2pPr>
            <a:lvl3pPr marL="9144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3pPr>
            <a:lvl4pPr marL="13716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4pPr>
            <a:lvl5pPr marL="18288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5pPr>
          </a:lstStyle>
          <a:p>
            <a:pPr marL="0" lvl="0" indent="0" algn="r" eaLnBrk="1" hangingPunct="1"/>
            <a:fld id="{46C8C1A7-E46E-49FC-80A4-DEFB44268968}" type="slidenum">
              <a:rPr lang="en-NZ" altLang="en-US" sz="1200">
                <a:solidFill>
                  <a:srgbClr val="898989"/>
                </a:solidFill>
              </a:rPr>
              <a:t>‹#›</a:t>
            </a:fld>
            <a:endParaRPr lang="en-NZ" altLang="en-US" sz="1200">
              <a:solidFill>
                <a:srgbClr val="898989"/>
              </a:solidFill>
            </a:endParaRPr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>
  <p:cSld name="Title Only">
    <p:bg>
      <p:bgPr>
        <a:solidFill>
          <a:schemeClr val="bg1"/>
        </a:solidFill>
      </p:bgPr>
    </p:bg>
    <p:spTree>
      <p:nvGrpSpPr>
        <p:cNvPr id="1" name="" titl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noProof="0"/>
              <a:t>Click to edit Master title style</a:t>
            </a:r>
            <a:endParaRPr lang="en-NZ" noProof="0"/>
          </a:p>
        </p:txBody>
      </p:sp>
      <p:sp>
        <p:nvSpPr>
          <p:cNvPr id="7172" name="Date Placeholder 3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5B85DBAB-805B-4D56-BBDB-E4E19D32E5AF}" type="datetime1">
              <a:rPr kumimoji="0" lang="en-NZ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rPr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t>*</a:t>
            </a:fld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7173" name="Footer Placeholder 4"/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7174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ln cap="flat" algn="ctr">
            <a:round/>
            <a:headEnd type="none" w="med" len="med"/>
            <a:tailEnd type="none" w="med" len="med"/>
          </a:ln>
        </p:spPr>
        <p:txBody>
          <a:bodyPr numCol="1" anchor="ctr" anchorCtr="0" compatLnSpc="1">
            <a:prstTxWarp prst="textNoShape">
              <a:avLst/>
            </a:prstTxWarp>
            <a:noAutofit/>
          </a:bodyPr>
          <a:lstStyle>
            <a:defPPr>
              <a:defRPr lang="en-NZ"/>
            </a:defPPr>
            <a:lvl1pPr marL="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1pPr>
            <a:lvl2pPr marL="4572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2pPr>
            <a:lvl3pPr marL="9144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3pPr>
            <a:lvl4pPr marL="13716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4pPr>
            <a:lvl5pPr marL="18288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5pPr>
          </a:lstStyle>
          <a:p>
            <a:pPr marL="0" lvl="0" indent="0" algn="r" eaLnBrk="1" hangingPunct="1"/>
            <a:fld id="{6EF784D1-675D-443D-945D-13EFE968B0C6}" type="slidenum">
              <a:rPr lang="en-NZ" altLang="en-US" sz="1200">
                <a:solidFill>
                  <a:srgbClr val="898989"/>
                </a:solidFill>
              </a:rPr>
              <a:t>‹#›</a:t>
            </a:fld>
            <a:endParaRPr lang="en-NZ" altLang="en-US" sz="1200">
              <a:solidFill>
                <a:srgbClr val="898989"/>
              </a:solidFill>
            </a:endParaRPr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>
  <p:cSld name="Blank">
    <p:bg>
      <p:bgPr>
        <a:solidFill>
          <a:schemeClr val="bg1"/>
        </a:solidFill>
      </p:bgPr>
    </p:bg>
    <p:spTree>
      <p:nvGrpSpPr>
        <p:cNvPr id="1" name="" title=""/>
        <p:cNvGrpSpPr/>
        <p:nvPr/>
      </p:nvGrpSpPr>
      <p:grpSpPr/>
      <p:sp>
        <p:nvSpPr>
          <p:cNvPr id="8196" name="Date Placeholder 3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FF5CDE38-6D43-4C6A-ADDA-8597B36E0849}" type="datetime1">
              <a:rPr kumimoji="0" lang="en-NZ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rPr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t>*</a:t>
            </a:fld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8197" name="Footer Placeholder 4"/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819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ln cap="flat" algn="ctr">
            <a:round/>
            <a:headEnd type="none" w="med" len="med"/>
            <a:tailEnd type="none" w="med" len="med"/>
          </a:ln>
        </p:spPr>
        <p:txBody>
          <a:bodyPr numCol="1" anchor="ctr" anchorCtr="0" compatLnSpc="1">
            <a:prstTxWarp prst="textNoShape">
              <a:avLst/>
            </a:prstTxWarp>
            <a:noAutofit/>
          </a:bodyPr>
          <a:lstStyle>
            <a:defPPr>
              <a:defRPr lang="en-NZ"/>
            </a:defPPr>
            <a:lvl1pPr marL="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1pPr>
            <a:lvl2pPr marL="4572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2pPr>
            <a:lvl3pPr marL="9144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3pPr>
            <a:lvl4pPr marL="13716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4pPr>
            <a:lvl5pPr marL="18288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5pPr>
          </a:lstStyle>
          <a:p>
            <a:pPr marL="0" lvl="0" indent="0" algn="r" eaLnBrk="1" hangingPunct="1"/>
            <a:fld id="{42503ED6-0B15-4951-8630-A9367A1C0225}" type="slidenum">
              <a:rPr lang="en-NZ" altLang="en-US" sz="1200">
                <a:solidFill>
                  <a:srgbClr val="898989"/>
                </a:solidFill>
              </a:rPr>
              <a:t>‹#›</a:t>
            </a:fld>
            <a:endParaRPr lang="en-NZ" altLang="en-US" sz="1200">
              <a:solidFill>
                <a:srgbClr val="898989"/>
              </a:solidFill>
            </a:endParaRPr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>
  <p:cSld name="Content with Caption">
    <p:bg>
      <p:bgPr>
        <a:solidFill>
          <a:schemeClr val="bg1"/>
        </a:solidFill>
      </p:bgPr>
    </p:bg>
    <p:spTree>
      <p:nvGrpSpPr>
        <p:cNvPr id="1" name="" titl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noProof="0"/>
              <a:t>Click to edit Master title style</a:t>
            </a:r>
            <a:endParaRPr lang="en-NZ" noProof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NZ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9220" name="Date Placeholder 3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7DCC3AC6-AAE6-4FB8-84FB-CFC6D656EB0F}" type="datetime1">
              <a:rPr kumimoji="0" lang="en-NZ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rPr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t>*</a:t>
            </a:fld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9221" name="Footer Placeholder 4"/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922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ln cap="flat" algn="ctr">
            <a:round/>
            <a:headEnd type="none" w="med" len="med"/>
            <a:tailEnd type="none" w="med" len="med"/>
          </a:ln>
        </p:spPr>
        <p:txBody>
          <a:bodyPr numCol="1" anchor="ctr" anchorCtr="0" compatLnSpc="1">
            <a:prstTxWarp prst="textNoShape">
              <a:avLst/>
            </a:prstTxWarp>
            <a:noAutofit/>
          </a:bodyPr>
          <a:lstStyle>
            <a:defPPr>
              <a:defRPr lang="en-NZ"/>
            </a:defPPr>
            <a:lvl1pPr marL="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1pPr>
            <a:lvl2pPr marL="4572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2pPr>
            <a:lvl3pPr marL="9144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3pPr>
            <a:lvl4pPr marL="13716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4pPr>
            <a:lvl5pPr marL="18288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5pPr>
          </a:lstStyle>
          <a:p>
            <a:pPr marL="0" lvl="0" indent="0" algn="r" eaLnBrk="1" hangingPunct="1"/>
            <a:fld id="{545D8A11-449D-4F85-AF89-FF5981E6F448}" type="slidenum">
              <a:rPr lang="en-NZ" altLang="en-US" sz="1200">
                <a:solidFill>
                  <a:srgbClr val="898989"/>
                </a:solidFill>
              </a:rPr>
              <a:t>‹#›</a:t>
            </a:fld>
            <a:endParaRPr lang="en-NZ" altLang="en-US" sz="1200">
              <a:solidFill>
                <a:srgbClr val="898989"/>
              </a:solidFill>
            </a:endParaRPr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>
  <p:cSld name="Picture with Caption">
    <p:bg>
      <p:bgPr>
        <a:solidFill>
          <a:schemeClr val="bg1"/>
        </a:solidFill>
      </p:bgPr>
    </p:bg>
    <p:spTree>
      <p:nvGrpSpPr>
        <p:cNvPr id="1" name="" titl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noProof="0"/>
              <a:t>Click to edit Master title style</a:t>
            </a:r>
            <a:endParaRPr lang="en-NZ" noProof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0" lang="en-US" sz="3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Click icon to add picture</a:t>
            </a:r>
            <a:endParaRPr kumimoji="0" lang="en-NZ" sz="3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0244" name="Date Placeholder 3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097D11E-8DEF-44A0-8D3F-139BD0BE9F9F}" type="datetime1">
              <a:rPr kumimoji="0" lang="en-NZ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rPr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t>*</a:t>
            </a:fld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10245" name="Footer Placeholder 4"/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1024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ln cap="flat" algn="ctr">
            <a:round/>
            <a:headEnd type="none" w="med" len="med"/>
            <a:tailEnd type="none" w="med" len="med"/>
          </a:ln>
        </p:spPr>
        <p:txBody>
          <a:bodyPr numCol="1" anchor="ctr" anchorCtr="0" compatLnSpc="1">
            <a:prstTxWarp prst="textNoShape">
              <a:avLst/>
            </a:prstTxWarp>
            <a:noAutofit/>
          </a:bodyPr>
          <a:lstStyle>
            <a:defPPr>
              <a:defRPr lang="en-NZ"/>
            </a:defPPr>
            <a:lvl1pPr marL="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1pPr>
            <a:lvl2pPr marL="4572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2pPr>
            <a:lvl3pPr marL="9144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3pPr>
            <a:lvl4pPr marL="13716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4pPr>
            <a:lvl5pPr marL="18288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5pPr>
          </a:lstStyle>
          <a:p>
            <a:pPr marL="0" lvl="0" indent="0" algn="r" eaLnBrk="1" hangingPunct="1"/>
            <a:fld id="{AC81E543-BA81-4057-BA2A-CFA48CF95A7D}" type="slidenum">
              <a:rPr lang="en-NZ" altLang="en-US" sz="1200">
                <a:solidFill>
                  <a:srgbClr val="898989"/>
                </a:solidFill>
              </a:rPr>
              <a:t>‹#›</a:t>
            </a:fld>
            <a:endParaRPr lang="en-NZ" altLang="en-US" sz="1200">
              <a:solidFill>
                <a:srgbClr val="898989"/>
              </a:solidFill>
            </a:endParaRPr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>
  <p:cSld name="Title and Vertical Text">
    <p:bg>
      <p:bgPr>
        <a:solidFill>
          <a:schemeClr val="bg1"/>
        </a:solidFill>
      </p:bgPr>
    </p:bg>
    <p:spTree>
      <p:nvGrpSpPr>
        <p:cNvPr id="1" name="" titl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noProof="0"/>
              <a:t>Click to edit Master title style</a:t>
            </a:r>
            <a:endParaRPr lang="en-NZ" noProof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</p:spPr>
        <p:txBody>
          <a:bodyPr vert="eaVert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NZ" noProof="0"/>
          </a:p>
        </p:txBody>
      </p:sp>
      <p:sp>
        <p:nvSpPr>
          <p:cNvPr id="11268" name="Date Placeholder 3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A31ED635-1024-44C2-8FA5-A7CCEF304F04}" type="datetime1">
              <a:rPr kumimoji="0" lang="en-NZ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rPr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t>*</a:t>
            </a:fld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11269" name="Footer Placeholder 4"/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11270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ln cap="flat" algn="ctr">
            <a:round/>
            <a:headEnd type="none" w="med" len="med"/>
            <a:tailEnd type="none" w="med" len="med"/>
          </a:ln>
        </p:spPr>
        <p:txBody>
          <a:bodyPr numCol="1" anchor="ctr" anchorCtr="0" compatLnSpc="1">
            <a:prstTxWarp prst="textNoShape">
              <a:avLst/>
            </a:prstTxWarp>
            <a:noAutofit/>
          </a:bodyPr>
          <a:lstStyle>
            <a:defPPr>
              <a:defRPr lang="en-NZ"/>
            </a:defPPr>
            <a:lvl1pPr marL="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1pPr>
            <a:lvl2pPr marL="4572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2pPr>
            <a:lvl3pPr marL="9144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3pPr>
            <a:lvl4pPr marL="13716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4pPr>
            <a:lvl5pPr marL="18288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5pPr>
          </a:lstStyle>
          <a:p>
            <a:pPr marL="0" lvl="0" indent="0" algn="r" eaLnBrk="1" hangingPunct="1"/>
            <a:fld id="{C5F74DC0-5D7E-4391-B36A-2057F551B996}" type="slidenum">
              <a:rPr lang="en-NZ" altLang="en-US" sz="1200">
                <a:solidFill>
                  <a:srgbClr val="898989"/>
                </a:solidFill>
              </a:rPr>
              <a:t>‹#›</a:t>
            </a:fld>
            <a:endParaRPr lang="en-NZ" altLang="en-US" sz="1200">
              <a:solidFill>
                <a:srgbClr val="898989"/>
              </a:solidFill>
            </a:endParaRPr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>
  <p:cSld name="Vertical Title and Text">
    <p:bg>
      <p:bgPr>
        <a:solidFill>
          <a:schemeClr val="bg1"/>
        </a:solidFill>
      </p:bgPr>
    </p:bg>
    <p:spTree>
      <p:nvGrpSpPr>
        <p:cNvPr id="1" name="" title=""/>
        <p:cNvGrpSpPr/>
        <p:nvPr/>
      </p:nvGrpSpPr>
      <p:grpSpPr/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noProof="0"/>
              <a:t>Click to edit Master title style</a:t>
            </a:r>
            <a:endParaRPr lang="en-NZ" noProof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NZ" noProof="0"/>
          </a:p>
        </p:txBody>
      </p:sp>
      <p:sp>
        <p:nvSpPr>
          <p:cNvPr id="12292" name="Date Placeholder 3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3165482D-FCB7-497F-BD16-BA32A8047146}" type="datetime1">
              <a:rPr kumimoji="0" lang="en-NZ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rPr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t>*</a:t>
            </a:fld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12293" name="Footer Placeholder 4"/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12294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ln cap="flat" algn="ctr">
            <a:round/>
            <a:headEnd type="none" w="med" len="med"/>
            <a:tailEnd type="none" w="med" len="med"/>
          </a:ln>
        </p:spPr>
        <p:txBody>
          <a:bodyPr numCol="1" anchor="ctr" anchorCtr="0" compatLnSpc="1">
            <a:prstTxWarp prst="textNoShape">
              <a:avLst/>
            </a:prstTxWarp>
            <a:noAutofit/>
          </a:bodyPr>
          <a:lstStyle>
            <a:defPPr>
              <a:defRPr lang="en-NZ"/>
            </a:defPPr>
            <a:lvl1pPr marL="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1pPr>
            <a:lvl2pPr marL="4572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2pPr>
            <a:lvl3pPr marL="9144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3pPr>
            <a:lvl4pPr marL="13716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4pPr>
            <a:lvl5pPr marL="18288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5pPr>
          </a:lstStyle>
          <a:p>
            <a:pPr marL="0" lvl="0" indent="0" algn="r" eaLnBrk="1" hangingPunct="1"/>
            <a:fld id="{D75725B0-4151-4D1E-B84F-23A7E5FF9764}" type="slidenum">
              <a:rPr lang="en-NZ" altLang="en-US" sz="1200">
                <a:solidFill>
                  <a:srgbClr val="898989"/>
                </a:solidFill>
              </a:rPr>
              <a:t>‹#›</a:t>
            </a:fld>
            <a:endParaRPr lang="en-NZ" altLang="en-US" sz="1200">
              <a:solidFill>
                <a:srgbClr val="898989"/>
              </a:solidFill>
            </a:endParaRPr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bg1"/>
        </a:solidFill>
      </p:bgPr>
    </p:bg>
    <p:spTree>
      <p:nvGrpSpPr>
        <p:cNvPr id="1" name="" title=""/>
        <p:cNvGrpSpPr/>
        <p:nvPr/>
      </p:nvGrpSpPr>
      <p:grpSpPr/>
      <p:sp>
        <p:nvSpPr>
          <p:cNvPr id="1026" name="Title Placeholder 1" title="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  <a:round/>
          </a:ln>
        </p:spPr>
        <p:txBody>
          <a:bodyPr anchor="ctr" anchorCtr="0">
            <a:noAutofit/>
          </a:bodyPr>
          <a:lstStyle>
            <a:lvl1pPr marL="0" indent="0" algn="l" defTabSz="914400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4400" b="0" i="0" u="none" kern="1200" baseline="0">
                <a:solidFill>
                  <a:srgbClr val="000000"/>
                </a:solidFill>
                <a:latin typeface="Calibri Light" charset="0"/>
                <a:ea typeface="Arial"/>
                <a:cs typeface="+mj-cs"/>
              </a:defRPr>
            </a:lvl1pPr>
          </a:lstStyle>
          <a:p>
            <a:pPr lvl="0"/>
            <a:r>
              <a:rPr lang="en-NZ" altLang="en-US"/>
              <a:t>Click to edit Master title style</a:t>
            </a:r>
            <a:endParaRPr lang="en-NZ" altLang="en-US"/>
          </a:p>
        </p:txBody>
      </p:sp>
      <p:sp>
        <p:nvSpPr>
          <p:cNvPr id="1027" name="Text Placeholder 2" title="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  <a:round/>
          </a:ln>
        </p:spPr>
        <p:txBody>
          <a:bodyPr anchor="t">
            <a:noAutofit/>
          </a:bodyPr>
          <a:lstStyle>
            <a:lvl1pPr marL="228600" indent="-228600" algn="l" defTabSz="914400" rtl="0" eaLnBrk="1" fontAlgn="base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lang="en-NZ" altLang="en-US" sz="2800" b="0" i="0" u="none" kern="1200" baseline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lang="en-NZ" altLang="en-US" sz="2400" b="0" i="0" u="none" kern="1200" baseline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lang="en-NZ" altLang="en-US" sz="2000" b="0" i="0" u="none" kern="1200" baseline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lang="en-NZ" altLang="en-US" sz="1800" b="0" i="0" u="none" kern="1200" baseline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lang="en-NZ" altLang="en-US" sz="1800" b="0" i="0" u="none" kern="1200" baseline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NZ" alt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NZ" alt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NZ" alt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NZ" alt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NZ" altLang="en-US"/>
              <a:t>Click to edit Master text styles</a:t>
            </a:r>
            <a:endParaRPr lang="en-US" altLang="en-US"/>
          </a:p>
          <a:p>
            <a:pPr lvl="1"/>
            <a:r>
              <a:rPr lang="en-US" altLang="en-US"/>
              <a:t>Second level</a:t>
            </a:r>
            <a:endParaRPr lang="en-US" altLang="en-US"/>
          </a:p>
          <a:p>
            <a:pPr lvl="2"/>
            <a:r>
              <a:rPr lang="en-US" altLang="en-US"/>
              <a:t>Third level</a:t>
            </a:r>
            <a:endParaRPr lang="en-US" altLang="en-US"/>
          </a:p>
          <a:p>
            <a:pPr lvl="3"/>
            <a:r>
              <a:rPr lang="en-US" altLang="en-US"/>
              <a:t>Fourth level</a:t>
            </a:r>
            <a:endParaRPr lang="en-US" altLang="en-US"/>
          </a:p>
          <a:p>
            <a:pPr lvl="4"/>
            <a:r>
              <a:rPr lang="en-US" altLang="en-US"/>
              <a:t>Fifth level</a:t>
            </a:r>
            <a:endParaRPr lang="en-NZ" altLang="en-US"/>
          </a:p>
        </p:txBody>
      </p:sp>
      <p:sp>
        <p:nvSpPr>
          <p:cNvPr id="1028" name="Date Placeholder 3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CBBC677-5FC7-412F-88F3-2899BD9C8181}" type="datetime1">
              <a:rPr kumimoji="0" lang="en-NZ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rPr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t>*</a:t>
            </a:fld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1029" name="Footer Placeholder 4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>
              <a:defRPr sz="1200">
                <a:solidFill>
                  <a:srgbClr val="898989"/>
                </a:solidFill>
              </a:defRPr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1030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numCol="1" anchor="ctr" anchorCtr="0" compatLnSpc="1">
            <a:prstTxWarp prst="textNoShape">
              <a:avLst/>
            </a:prstTxWarp>
            <a:noAutofit/>
          </a:bodyPr>
          <a:lstStyle>
            <a:defPPr>
              <a:defRPr lang="en-NZ"/>
            </a:defPPr>
            <a:lvl1pPr marL="0" indent="0" algn="r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200" b="0" i="0" u="none" baseline="0">
                <a:solidFill>
                  <a:srgbClr val="898989"/>
                </a:solidFill>
                <a:effectLst/>
                <a:latin typeface="Calibri Light" charset="0"/>
                <a:ea typeface="Arial"/>
              </a:defRPr>
            </a:lvl1pPr>
            <a:lvl2pPr marL="4572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2pPr>
            <a:lvl3pPr marL="9144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3pPr>
            <a:lvl4pPr marL="13716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4pPr>
            <a:lvl5pPr marL="18288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5pPr>
          </a:lstStyle>
          <a:p>
            <a:pPr marL="0" lvl="0" indent="0" algn="r" eaLnBrk="1" hangingPunct="1"/>
            <a:fld id="{9FD33FD3-B797-4BCA-B7DC-08606ACFDAEF}" type="slidenum">
              <a:rPr lang="en-NZ" altLang="en-US" sz="1200">
                <a:solidFill>
                  <a:srgbClr val="898989"/>
                </a:solidFill>
              </a:rPr>
              <a:t>‹#›</a:t>
            </a:fld>
            <a:endParaRPr lang="en-NZ" altLang="en-US" sz="1200">
              <a:solidFill>
                <a:srgbClr val="898989"/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4" r:id="rId2"/>
    <p:sldLayoutId id="2147483676" r:id="rId3"/>
    <p:sldLayoutId id="2147483678" r:id="rId4"/>
    <p:sldLayoutId id="2147483680" r:id="rId5"/>
    <p:sldLayoutId id="2147483682" r:id="rId6"/>
    <p:sldLayoutId id="2147483684" r:id="rId7"/>
    <p:sldLayoutId id="2147483686" r:id="rId8"/>
    <p:sldLayoutId id="2147483688" r:id="rId9"/>
    <p:sldLayoutId id="2147483690" r:id="rId10"/>
    <p:sldLayoutId id="2147483692" r:id="rId11"/>
  </p:sldLayoutIdLst>
  <p:transition/>
  <p:timing/>
  <p:txStyles>
    <p:titleStyle>
      <a:lvl1pPr marL="0" indent="0" algn="l" defTabSz="914400" rtl="0" eaLnBrk="1" fontAlgn="base" hangingPunct="1">
        <a:lnSpc>
          <a:spcPct val="90000"/>
        </a:lnSpc>
        <a:spcBef>
          <a:spcPct val="0"/>
        </a:spcBef>
        <a:spcAft>
          <a:spcPct val="0"/>
        </a:spcAft>
        <a:buClrTx/>
        <a:buSzTx/>
        <a:buFontTx/>
        <a:buNone/>
        <a:defRPr kumimoji="0" sz="4400" b="0" i="0" u="none" kern="1200" baseline="0">
          <a:solidFill>
            <a:srgbClr val="000000"/>
          </a:solidFill>
          <a:effectLst/>
          <a:latin typeface="Calibri Light" charset="0"/>
          <a:ea typeface="Arial"/>
          <a:cs typeface="+mj-cs"/>
        </a:defRPr>
      </a:lvl1pPr>
    </p:titleStyle>
    <p:bodyStyle>
      <a:lvl1pPr marL="228600" indent="-228600" algn="l" defTabSz="914400" rtl="0" eaLnBrk="1" fontAlgn="base" hangingPunct="1">
        <a:lnSpc>
          <a:spcPct val="90000"/>
        </a:lnSpc>
        <a:spcBef>
          <a:spcPts val="1000"/>
        </a:spcBef>
        <a:spcAft>
          <a:spcPct val="0"/>
        </a:spcAft>
        <a:buClrTx/>
        <a:buSzTx/>
        <a:buFont typeface="Arial" panose="020b0604020202020204" pitchFamily="34" charset="0"/>
        <a:buChar char="•"/>
        <a:defRPr kumimoji="0" sz="2800" b="0" i="0" u="none" kern="1200" baseline="0">
          <a:solidFill>
            <a:srgbClr val="000000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ClrTx/>
        <a:buSzTx/>
        <a:buFont typeface="Arial" panose="020b0604020202020204" pitchFamily="34" charset="0"/>
        <a:buChar char="•"/>
        <a:defRPr kumimoji="0" sz="2400" b="0" i="0" u="none" kern="1200" baseline="0">
          <a:solidFill>
            <a:srgbClr val="000000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ClrTx/>
        <a:buSzTx/>
        <a:buFont typeface="Arial" panose="020b0604020202020204" pitchFamily="34" charset="0"/>
        <a:buChar char="•"/>
        <a:defRPr kumimoji="0" sz="2000" b="0" i="0" u="none" kern="1200" baseline="0">
          <a:solidFill>
            <a:srgbClr val="000000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ClrTx/>
        <a:buSzTx/>
        <a:buFont typeface="Arial" panose="020b0604020202020204" pitchFamily="34" charset="0"/>
        <a:buChar char="•"/>
        <a:defRPr kumimoji="0" sz="1800" b="0" i="0" u="none" kern="1200" baseline="0">
          <a:solidFill>
            <a:srgbClr val="000000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ClrTx/>
        <a:buSzTx/>
        <a:buFont typeface="Arial" panose="020b0604020202020204" pitchFamily="34" charset="0"/>
        <a:buChar char="•"/>
        <a:defRPr kumimoji="0" sz="1800" b="0" i="0" u="none" kern="1200" baseline="0">
          <a:solidFill>
            <a:srgbClr val="000000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Tx/>
        <a:buNone/>
        <a:defRPr kumimoji="0" sz="1800" b="0" i="0" u="none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45720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Tx/>
        <a:buNone/>
        <a:defRPr kumimoji="0" sz="1800" b="0" i="0" u="none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91440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Tx/>
        <a:buNone/>
        <a:defRPr kumimoji="0" sz="1800" b="0" i="0" u="none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37160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Tx/>
        <a:buNone/>
        <a:defRPr kumimoji="0" sz="1800" b="0" i="0" u="none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182880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Tx/>
        <a:buNone/>
        <a:defRPr kumimoji="0" sz="1800" b="0" i="0" u="none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 title=""/>
        <p:cNvGrpSpPr/>
        <p:nvPr/>
      </p:nvGrpSpPr>
      <p:grpSpPr/>
      <p:sp>
        <p:nvSpPr>
          <p:cNvPr id="13314" name="Title 1" title="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noFill/>
          <a:ln cap="flat">
            <a:round/>
            <a:headEnd type="none" w="med" len="med"/>
            <a:tailEnd type="none" w="med" len="med"/>
          </a:ln>
        </p:spPr>
        <p:txBody>
          <a:bodyPr wrap="square" lIns="91440" tIns="45720" rIns="91440" bIns="45720" anchor="b" anchorCtr="0">
            <a:noAutofit/>
          </a:bodyPr>
          <a:lstStyle>
            <a:lvl1pPr marL="0" indent="0" algn="l" defTabSz="914400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44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1pPr>
          </a:lstStyle>
          <a:p>
            <a:pPr lvl="0" algn="ctr"/>
            <a:r>
              <a:rPr sz="6000">
                <a:sym typeface="Wingdings" charset="2"/>
              </a:rPr>
              <a:t>Sample PowerPoint Presentation</a:t>
            </a:r>
            <a:endParaRPr sz="6000">
              <a:sym typeface="Wingdings"/>
            </a:endParaRPr>
          </a:p>
        </p:txBody>
      </p:sp>
      <p:sp>
        <p:nvSpPr>
          <p:cNvPr id="13315" name="Subtitle 2" title="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noFill/>
          <a:ln cap="flat">
            <a:round/>
            <a:headEnd type="none" w="med" len="med"/>
            <a:tailEnd type="none" w="med" len="med"/>
          </a:ln>
        </p:spPr>
        <p:txBody>
          <a:bodyPr wrap="square" lIns="91440" tIns="45720" rIns="91440" bIns="45720" anchor="t" anchorCtr="0">
            <a:noAutofit/>
          </a:bodyPr>
          <a:lstStyle>
            <a:lvl1pPr marL="0" indent="0" algn="ctr" defTabSz="914400" rtl="0" eaLnBrk="1" fontAlgn="base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/>
              <a:buNone/>
              <a:defRPr kumimoji="0" lang="en-NZ" altLang="en-US" sz="2800" b="0" i="0" u="none" baseline="0">
                <a:solidFill>
                  <a:srgbClr val="000000"/>
                </a:solidFill>
                <a:effectLst/>
                <a:latin typeface="Calibri"/>
                <a:ea typeface="Arial"/>
              </a:defRPr>
            </a:lvl1pPr>
            <a:lvl2pPr marL="457200" indent="0" algn="ctr" defTabSz="914400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/>
              <a:buNone/>
              <a:defRPr kumimoji="0" lang="en-NZ" altLang="en-US" sz="2400" b="0" i="0" u="none" baseline="0">
                <a:solidFill>
                  <a:srgbClr val="000000"/>
                </a:solidFill>
                <a:effectLst/>
                <a:latin typeface="Calibri"/>
                <a:ea typeface="Arial"/>
              </a:defRPr>
            </a:lvl2pPr>
            <a:lvl3pPr marL="914400" indent="0" algn="ctr" defTabSz="914400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/>
              <a:buNone/>
              <a:defRPr kumimoji="0" lang="en-NZ" altLang="en-US" sz="2000" b="0" i="0" u="none" baseline="0">
                <a:solidFill>
                  <a:srgbClr val="000000"/>
                </a:solidFill>
                <a:effectLst/>
                <a:latin typeface="Calibri"/>
                <a:ea typeface="Arial"/>
              </a:defRPr>
            </a:lvl3pPr>
            <a:lvl4pPr marL="1371600" indent="0" algn="ctr" defTabSz="914400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"/>
                <a:ea typeface="Arial"/>
              </a:defRPr>
            </a:lvl4pPr>
            <a:lvl5pPr marL="1828800" indent="0" algn="ctr" defTabSz="914400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"/>
                <a:ea typeface="Arial"/>
              </a:defRPr>
            </a:lvl5pPr>
          </a:lstStyle>
          <a:p>
            <a:pPr marL="0" lvl="0" indent="0"/>
            <a:r>
              <a:rPr sz="2400">
                <a:sym typeface="Wingdings"/>
              </a:rPr>
              <a:t>GroupDocs.Assembly for Java</a:t>
            </a:r>
            <a:r>
              <a:rPr sz="2400">
                <a:sym typeface="Wingdings"/>
              </a:rPr>
              <a:t> - Hello </a:t>
            </a:r>
            <a:r>
              <a:rPr sz="2400">
                <a:sym typeface="Wingdings" charset="2"/>
              </a:rPr>
              <a:t>world!</a:t>
            </a:r>
            <a:endParaRPr sz="2400"/>
          </a:p>
        </p:txBody>
      </p:sp>
    </p:spTree>
  </p:cSld>
  <p:clrMapOvr>
    <a:masterClrMapping/>
  </p:clrMapOvr>
  <p:transition/>
  <p:timing/>
</p:sld>
</file>

<file path=ppt/slides/slide2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 title=""/>
        <p:cNvGrpSpPr/>
        <p:nvPr/>
      </p:nvGrpSpPr>
      <p:grpSpPr/>
      <p:sp>
        <p:nvSpPr>
          <p:cNvPr id="14338" name="Title 1" title="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noFill/>
          <a:ln>
            <a:round/>
          </a:ln>
        </p:spPr>
        <p:txBody>
          <a:bodyPr wrap="square" lIns="91440" tIns="45720" rIns="91440" bIns="45720" anchor="ctr" anchorCtr="0">
            <a:noAutofit/>
          </a:bodyPr>
          <a:lstStyle>
            <a:lvl1pPr marL="0" indent="0" algn="l" defTabSz="914400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4400" b="0" i="0" u="none" kern="1200" baseline="0">
                <a:solidFill>
                  <a:srgbClr val="000000"/>
                </a:solidFill>
                <a:latin typeface="Calibri Light" charset="0"/>
                <a:ea typeface="Arial"/>
                <a:cs typeface="+mj-cs"/>
              </a:defRPr>
            </a:lvl1pPr>
          </a:lstStyle>
          <a:p>
            <a:pPr lvl="0"/>
            <a:r>
              <a:rPr lang="en-NZ" altLang="en-US"/>
              <a:t>Slide 1</a:t>
            </a:r>
            <a:endParaRPr lang="en-NZ" altLang="en-US"/>
          </a:p>
        </p:txBody>
      </p:sp>
      <p:sp>
        <p:nvSpPr>
          <p:cNvPr id="14339" name="Content Placeholder 2" title="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noFill/>
          <a:ln>
            <a:round/>
          </a:ln>
        </p:spPr>
        <p:txBody>
          <a:bodyPr wrap="square" lIns="91440" tIns="45720" rIns="91440" bIns="45720" anchor="t" anchorCtr="0">
            <a:noAutofit/>
          </a:bodyPr>
          <a:lstStyle>
            <a:lvl1pPr marL="228600" indent="-228600" algn="l" defTabSz="914400" rtl="0" eaLnBrk="1" fontAlgn="base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lang="en-NZ" altLang="en-US" sz="2800" b="0" i="0" u="none" kern="1200" baseline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lang="en-NZ" altLang="en-US" sz="2400" b="0" i="0" u="none" kern="1200" baseline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lang="en-NZ" altLang="en-US" sz="2000" b="0" i="0" u="none" kern="1200" baseline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lang="en-NZ" altLang="en-US" sz="1800" b="0" i="0" u="none" kern="1200" baseline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lang="en-NZ" altLang="en-US" sz="1800" b="0" i="0" u="none" kern="1200" baseline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NZ" alt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NZ" alt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NZ" alt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NZ" alt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NZ" altLang="en-US"/>
              <a:t>Bullet point 1</a:t>
            </a:r>
            <a:endParaRPr lang="en-NZ" altLang="en-US"/>
          </a:p>
        </p:txBody>
      </p: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5.0.3"/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charset="0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Presentation1" id="{5774BEB8-FA2C-4E00-A28B-EA12C2159FD6}" vid="{B00C28BC-B5C0-4651-8D9D-CC16127CD705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4</Paragraphs>
  <Slides>2</Slides>
  <Notes>0</Notes>
  <TotalTime>0</TotalTime>
  <HiddenSlides>0</HiddenSlides>
  <MMClips>0</MMClips>
  <ScaleCrop>0</ScaleCrop>
  <HeadingPairs>
    <vt:vector baseType="variant" size="6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baseType="lpstr" size="7">
      <vt:lpstr>Arial</vt:lpstr>
      <vt:lpstr>Calibri Light</vt:lpstr>
      <vt:lpstr>Calibri</vt:lpstr>
      <vt:lpstr>Wingdings</vt:lpstr>
      <vt:lpstr>Office Theme</vt:lpstr>
      <vt:lpstr>Sample PowerPoint Presentation</vt:lpstr>
      <vt:lpstr>Slide 1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Sample PowerPoint Presentation</dc:title>
  <dc:creator>Вячеслав Дерюшев</dc:creator>
  <cp:lastModifiedBy>Вячеслав Дерюшев</cp:lastModifiedBy>
  <cp:revision>1</cp:revision>
  <dcterms:created xsi:type="dcterms:W3CDTF">2021-02-24T09:15:41Z</dcterms:created>
  <dcterms:modified xsi:type="dcterms:W3CDTF">2026-10-12T20:16:27Z</dcterms:modified>
</cp:coreProperties>
</file>