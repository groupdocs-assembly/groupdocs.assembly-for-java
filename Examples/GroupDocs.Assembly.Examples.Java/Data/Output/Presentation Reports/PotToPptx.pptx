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custDataLst>
    <p:tags r:id="rId4"/>
  </p:custDataLst>
  <p:defaultTextStyle>
    <a:defPPr>
      <a:defRPr lang="en-NZ"/>
    </a:defPPr>
    <a:lvl1pPr marL="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rgbClr val="000000"/>
        </a:solidFill>
        <a:effectLst/>
        <a:latin typeface="Calibri Light" charset="0"/>
        <a:ea typeface="Arial"/>
      </a:defRPr>
    </a:lvl1pPr>
    <a:lvl2pPr marL="4572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rgbClr val="000000"/>
        </a:solidFill>
        <a:effectLst/>
        <a:latin typeface="Calibri Light" charset="0"/>
        <a:ea typeface="Arial"/>
      </a:defRPr>
    </a:lvl2pPr>
    <a:lvl3pPr marL="9144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rgbClr val="000000"/>
        </a:solidFill>
        <a:effectLst/>
        <a:latin typeface="Calibri Light" charset="0"/>
        <a:ea typeface="Arial"/>
      </a:defRPr>
    </a:lvl3pPr>
    <a:lvl4pPr marL="13716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rgbClr val="000000"/>
        </a:solidFill>
        <a:effectLst/>
        <a:latin typeface="Calibri Light" charset="0"/>
        <a:ea typeface="Arial"/>
      </a:defRPr>
    </a:lvl4pPr>
    <a:lvl5pPr marL="18288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rgbClr val="000000"/>
        </a:solidFill>
        <a:effectLst/>
        <a:latin typeface="Calibri Light" charset="0"/>
        <a:ea typeface="Arial"/>
      </a:defRPr>
    </a:lvl5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>
        <p:scale>
          <a:sx n="73" d="100"/>
          <a:sy n="73" d="100"/>
        </p:scale>
        <p:origin x="0" y="0"/>
      </p:cViewPr>
      <p:guideLst/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>
  <p:cSld name="Title Slide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NZ" noProof="0"/>
          </a:p>
        </p:txBody>
      </p:sp>
      <p:sp>
        <p:nvSpPr>
          <p:cNvPr id="2052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851244-5BC2-4105-B61F-7EBC533F9ABD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053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B5F8E272-9B37-4534-9FF0-A4B4213370D3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Title and Content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3076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FB5690-7CA2-457A-87A8-F655C634DDC9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077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0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26C66AEC-6205-4FE3-8098-78761590A0FE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>
  <p:cSld name="Section Header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100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96256C-1DA5-4184-9759-762D5638CA4B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101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0B264ABD-744D-4FFB-8912-CB2D994109D1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>
  <p:cSld name="Two Content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A55A78-6E05-4420-A522-739F0818BDA3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1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85E7FDE0-CA1F-4416-824C-E2AE135D4EE1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>
  <p:cSld name="Comparison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6148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605F20-0170-4BB1-857A-503931E66461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149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03424557-D110-4619-8334-CAD82620B094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>
  <p:cSld name="Title Only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7172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85DBAB-805B-4D56-BBDB-E4E19D32E5AF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173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17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602EF21A-6751-4E9E-A59A-3ADEDFFBB36F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>
  <p:cSld name="Blank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8196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5CDE38-6D43-4C6A-ADDA-8597B36E0849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197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19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4E9E5E22-ED63-4548-8DAF-437F8263F10C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>
  <p:cSld name="Content with Caption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220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CC3AC6-AAE6-4FB8-84FB-CFC6D656EB0F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221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2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652D2BC2-8D2E-4572-9E32-71115AD94F67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>
  <p:cSld name="Picture with Caption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NZ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244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97D11E-8DEF-44A0-8D3F-139BD0BE9F9F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245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24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943D1451-6D1B-4125-B118-CE6802FD2D51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>
  <p:cSld name="Title and Vertical Text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11268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1ED635-1024-44C2-8FA5-A7CCEF304F04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1269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127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696CA80F-3B85-4677-BBB2-30B5B7987C6B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>
  <p:cSld name="Vertical Title and Text"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n-NZ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NZ" noProof="0"/>
          </a:p>
        </p:txBody>
      </p:sp>
      <p:sp>
        <p:nvSpPr>
          <p:cNvPr id="12292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65482D-FCB7-497F-BD16-BA32A8047146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2293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229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 cap="flat" algn="ctr"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48ADFEB6-24D0-4ABB-98F4-A8B0B5BD469A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/>
      <p:sp>
        <p:nvSpPr>
          <p:cNvPr id="1026" name="Title Placeholder 1" title="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round/>
          </a:ln>
        </p:spPr>
        <p:txBody>
          <a:bodyPr anchor="ctr" anchorCtr="0">
            <a:noAutofit/>
          </a:bodyPr>
          <a:lstStyle>
            <a:lvl1pPr marL="0" indent="0" algn="l" defTabSz="9144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4400" b="0" i="0" u="none" kern="1200" baseline="0">
                <a:solidFill>
                  <a:srgbClr val="000000"/>
                </a:solidFill>
                <a:latin typeface="Calibri Light" charset="0"/>
                <a:ea typeface="Arial"/>
                <a:cs typeface="+mj-cs"/>
              </a:defRPr>
            </a:lvl1pPr>
          </a:lstStyle>
          <a:p>
            <a:pPr lvl="0"/>
            <a:r>
              <a:rPr lang="en-NZ" altLang="en-US"/>
              <a:t>Click to edit Master title style</a:t>
            </a:r>
            <a:endParaRPr lang="en-NZ" altLang="en-US"/>
          </a:p>
        </p:txBody>
      </p:sp>
      <p:sp>
        <p:nvSpPr>
          <p:cNvPr id="1027" name="Text Placeholder 2" title="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  <a:round/>
          </a:ln>
        </p:spPr>
        <p:txBody>
          <a:bodyPr anchor="t">
            <a:noAutofit/>
          </a:bodyPr>
          <a:lstStyle>
            <a:lvl1pPr marL="228600" indent="-228600" algn="l" defTabSz="914400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28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24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20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18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18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NZ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NZ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NZ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NZ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NZ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NZ" altLang="en-US"/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CBBC677-5FC7-412F-88F3-2899BD9C8181}" type="datetime1">
              <a:rPr kumimoji="0" lang="en-NZ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*</a:t>
            </a:fld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3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NZ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200" b="0" i="0" u="none" baseline="0">
                <a:solidFill>
                  <a:srgbClr val="898989"/>
                </a:solidFill>
                <a:effectLst/>
                <a:latin typeface="Calibri Light" charset="0"/>
                <a:ea typeface="Arial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5pPr>
          </a:lstStyle>
          <a:p>
            <a:pPr marL="0" lvl="0" indent="0" algn="r" eaLnBrk="1" hangingPunct="1"/>
            <a:fld id="{AF60DA59-9147-4203-B6BA-D29375041683}" type="slidenum">
              <a:rPr lang="en-NZ" altLang="en-US" sz="1200">
                <a:solidFill>
                  <a:srgbClr val="898989"/>
                </a:solidFill>
              </a:rPr>
              <a:t>‹#›</a:t>
            </a:fld>
            <a:endParaRPr lang="en-NZ" altLang="en-US" sz="1200">
              <a:solidFill>
                <a:srgbClr val="898989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6" r:id="rId3"/>
    <p:sldLayoutId id="2147483678" r:id="rId4"/>
    <p:sldLayoutId id="2147483680" r:id="rId5"/>
    <p:sldLayoutId id="2147483682" r:id="rId6"/>
    <p:sldLayoutId id="2147483684" r:id="rId7"/>
    <p:sldLayoutId id="2147483686" r:id="rId8"/>
    <p:sldLayoutId id="2147483688" r:id="rId9"/>
    <p:sldLayoutId id="2147483690" r:id="rId10"/>
    <p:sldLayoutId id="2147483692" r:id="rId11"/>
  </p:sldLayoutIdLst>
  <p:transition/>
  <p:timing/>
  <p:txStyles>
    <p:titleStyle>
      <a:lvl1pPr marL="0" indent="0" algn="l" defTabSz="914400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4400" b="0" i="0" u="none" kern="1200" baseline="0">
          <a:solidFill>
            <a:srgbClr val="000000"/>
          </a:solidFill>
          <a:effectLst/>
          <a:latin typeface="Calibri Light" charset="0"/>
          <a:ea typeface="Arial"/>
          <a:cs typeface="+mj-cs"/>
        </a:defRPr>
      </a:lvl1pPr>
    </p:titleStyle>
    <p:bodyStyle>
      <a:lvl1pPr marL="228600" indent="-228600" algn="l" defTabSz="914400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2800" b="0" i="0" u="none" kern="1200" baseline="0">
          <a:solidFill>
            <a:srgbClr val="000000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2400" b="0" i="0" u="none" kern="1200" baseline="0">
          <a:solidFill>
            <a:srgbClr val="000000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2000" b="0" i="0" u="none" kern="1200" baseline="0">
          <a:solidFill>
            <a:srgbClr val="000000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rgbClr val="000000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rgbClr val="000000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3314" name="Title 1" title="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  <a:ln cap="flat"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b" anchorCtr="0">
            <a:noAutofit/>
          </a:bodyPr>
          <a:lstStyle>
            <a:lvl1pPr marL="0" indent="0" algn="l" defTabSz="9144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4400" b="0" i="0" u="none" baseline="0">
                <a:solidFill>
                  <a:srgbClr val="000000"/>
                </a:solidFill>
                <a:effectLst/>
                <a:latin typeface="Calibri Light" charset="0"/>
                <a:ea typeface="Arial"/>
              </a:defRPr>
            </a:lvl1pPr>
          </a:lstStyle>
          <a:p>
            <a:pPr lvl="0" algn="ctr"/>
            <a:r>
              <a:rPr sz="6000">
                <a:sym typeface="Wingdings" charset="2"/>
              </a:rPr>
              <a:t>Sample PowerPoint Presentation</a:t>
            </a:r>
            <a:endParaRPr sz="6000">
              <a:sym typeface="Wingdings"/>
            </a:endParaRPr>
          </a:p>
        </p:txBody>
      </p:sp>
      <p:sp>
        <p:nvSpPr>
          <p:cNvPr id="13315" name="Subtitle 2" title="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noFill/>
          <a:ln cap="flat"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 anchorCtr="0">
            <a:noAutofit/>
          </a:bodyPr>
          <a:lstStyle>
            <a:lvl1pPr marL="0" indent="0" algn="ctr" defTabSz="914400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/>
              <a:buNone/>
              <a:defRPr kumimoji="0" lang="en-NZ" altLang="en-US" sz="2800" b="0" i="0" u="none" baseline="0">
                <a:solidFill>
                  <a:srgbClr val="000000"/>
                </a:solidFill>
                <a:effectLst/>
                <a:latin typeface="Calibri"/>
                <a:ea typeface="Arial"/>
              </a:defRPr>
            </a:lvl1pPr>
            <a:lvl2pPr marL="457200" indent="0" algn="ctr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kumimoji="0" lang="en-NZ" altLang="en-US" sz="2400" b="0" i="0" u="none" baseline="0">
                <a:solidFill>
                  <a:srgbClr val="000000"/>
                </a:solidFill>
                <a:effectLst/>
                <a:latin typeface="Calibri"/>
                <a:ea typeface="Arial"/>
              </a:defRPr>
            </a:lvl2pPr>
            <a:lvl3pPr marL="914400" indent="0" algn="ctr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kumimoji="0" lang="en-NZ" altLang="en-US" sz="2000" b="0" i="0" u="none" baseline="0">
                <a:solidFill>
                  <a:srgbClr val="000000"/>
                </a:solidFill>
                <a:effectLst/>
                <a:latin typeface="Calibri"/>
                <a:ea typeface="Arial"/>
              </a:defRPr>
            </a:lvl3pPr>
            <a:lvl4pPr marL="1371600" indent="0" algn="ctr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"/>
                <a:ea typeface="Arial"/>
              </a:defRPr>
            </a:lvl4pPr>
            <a:lvl5pPr marL="1828800" indent="0" algn="ctr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kumimoji="0" lang="en-NZ" altLang="en-US" sz="1800" b="0" i="0" u="none" baseline="0">
                <a:solidFill>
                  <a:srgbClr val="000000"/>
                </a:solidFill>
                <a:effectLst/>
                <a:latin typeface="Calibri"/>
                <a:ea typeface="Arial"/>
              </a:defRPr>
            </a:lvl5pPr>
          </a:lstStyle>
          <a:p>
            <a:pPr marL="0" lvl="0" indent="0"/>
            <a:r>
              <a:rPr sz="2400">
                <a:sym typeface="Wingdings"/>
              </a:rPr>
              <a:t>GroupDocs.Assembly for Java</a:t>
            </a:r>
            <a:r>
              <a:rPr sz="2400">
                <a:sym typeface="Wingdings"/>
              </a:rPr>
              <a:t> - Hello </a:t>
            </a:r>
            <a:r>
              <a:rPr sz="2400">
                <a:sym typeface="Wingdings" charset="2"/>
              </a:rPr>
              <a:t>world!</a:t>
            </a:r>
            <a:endParaRPr sz="2400"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/>
      <p:sp>
        <p:nvSpPr>
          <p:cNvPr id="14338" name="Title 1" title="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round/>
          </a:ln>
        </p:spPr>
        <p:txBody>
          <a:bodyPr wrap="square" lIns="91440" tIns="45720" rIns="91440" bIns="45720" anchor="ctr" anchorCtr="0">
            <a:noAutofit/>
          </a:bodyPr>
          <a:lstStyle>
            <a:lvl1pPr marL="0" indent="0" algn="l" defTabSz="9144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NZ" altLang="en-US" sz="4400" b="0" i="0" u="none" kern="1200" baseline="0">
                <a:solidFill>
                  <a:srgbClr val="000000"/>
                </a:solidFill>
                <a:latin typeface="Calibri Light" charset="0"/>
                <a:ea typeface="Arial"/>
                <a:cs typeface="+mj-cs"/>
              </a:defRPr>
            </a:lvl1pPr>
          </a:lstStyle>
          <a:p>
            <a:pPr lvl="0"/>
            <a:r>
              <a:rPr lang="en-NZ" altLang="en-US"/>
              <a:t>Slide 1</a:t>
            </a:r>
            <a:endParaRPr lang="en-NZ" altLang="en-US"/>
          </a:p>
        </p:txBody>
      </p:sp>
      <p:sp>
        <p:nvSpPr>
          <p:cNvPr id="14339" name="Content Placeholder 2" title="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noFill/>
          <a:ln>
            <a:round/>
          </a:ln>
        </p:spPr>
        <p:txBody>
          <a:bodyPr wrap="square" lIns="91440" tIns="45720" rIns="91440" bIns="45720" anchor="t" anchorCtr="0">
            <a:noAutofit/>
          </a:bodyPr>
          <a:lstStyle>
            <a:lvl1pPr marL="228600" indent="-228600" algn="l" defTabSz="914400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28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24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20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18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en-NZ" altLang="en-US" sz="1800" b="0" i="0" u="non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NZ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NZ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NZ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NZ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NZ" altLang="en-US"/>
              <a:t>Bullet point 1</a:t>
            </a:r>
            <a:endParaRPr lang="en-NZ" altLang="en-US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5.0.3"/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charset="0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Presentation1" id="{5774BEB8-FA2C-4E00-A28B-EA12C2159FD6}" vid="{B00C28BC-B5C0-4651-8D9D-CC16127CD705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4</Paragraphs>
  <Slides>2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7">
      <vt:lpstr>Arial</vt:lpstr>
      <vt:lpstr>Calibri Light</vt:lpstr>
      <vt:lpstr>Calibri</vt:lpstr>
      <vt:lpstr>Wingdings</vt:lpstr>
      <vt:lpstr>Office Theme</vt:lpstr>
      <vt:lpstr>Sample PowerPoint Presentation</vt:lpstr>
      <vt:lpstr>Slide 1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Sample PowerPoint Presentation</dc:title>
  <dc:creator>Вячеслав Дерюшев</dc:creator>
  <cp:lastModifiedBy>Вячеслав Дерюшев</cp:lastModifiedBy>
  <cp:revision>1</cp:revision>
  <dcterms:created xsi:type="dcterms:W3CDTF">2021-02-24T09:15:41Z</dcterms:created>
  <dcterms:modified xsi:type="dcterms:W3CDTF">2026-10-14T20:45:04Z</dcterms:modified>
</cp:coreProperties>
</file>