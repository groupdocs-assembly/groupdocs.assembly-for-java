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en-NZ"/>
    </a:defPPr>
    <a:lvl1pPr marL="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1pPr>
    <a:lvl2pPr marL="4572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2pPr>
    <a:lvl3pPr marL="9144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3pPr>
    <a:lvl4pPr marL="13716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4pPr>
    <a:lvl5pPr marL="18288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5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>
      <p:cViewPr>
        <p:scale>
          <a:sx n="73" d="100"/>
          <a:sy n="73" d="100"/>
        </p:scale>
        <p:origin x="0" y="0"/>
      </p:cViewPr>
      <p:guideLst/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tags" Target="tags/tag1.xml" /><Relationship Id="rId5" Type="http://schemas.openxmlformats.org/officeDocument/2006/relationships/presProps" Target="presProps.xml" /><Relationship Id="rId6" Type="http://schemas.openxmlformats.org/officeDocument/2006/relationships/viewProps" Target="viewProps.xml" /><Relationship Id="rId7" Type="http://schemas.openxmlformats.org/officeDocument/2006/relationships/theme" Target="theme/theme1.xml" /><Relationship Id="rId8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>
  <p:cSld name="Title Slide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NZ" noProof="0"/>
          </a:p>
        </p:txBody>
      </p:sp>
      <p:sp>
        <p:nvSpPr>
          <p:cNvPr id="205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3851244-5BC2-4105-B61F-7EBC533F9ABD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05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05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3E9095D3-1830-4092-AAEC-1A02EB73D0C8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>
  <p:cSld name="Title and Conten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3076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BFB5690-7CA2-457A-87A8-F655C634DDC9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077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07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23D9D64A-D8AF-4259-B1D1-B1C29E094218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>
  <p:cSld name="Section Header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00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96256C-1DA5-4184-9759-762D5638CA4B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4101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410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51C8FB91-11F5-4D32-A88D-9ABFFEFA6B66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>
  <p:cSld name="Two Conten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5124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CA55A78-6E05-4420-A522-739F0818BDA3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125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12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CD8A7470-7653-4536-A7B7-34D594812982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>
  <p:cSld name="Comparis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6148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2605F20-0170-4BB1-857A-503931E66461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149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15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C0A98A21-641F-43D4-B759-F27D05B5B4FC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>
  <p:cSld name="Title Only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717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B85DBAB-805B-4D56-BBDB-E4E19D32E5A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17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1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466C2B97-A620-4A72-999D-84429C023866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>
  <p:cSld name="Blank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8196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F5CDE38-6D43-4C6A-ADDA-8597B36E0849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197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19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1F4C417D-3957-4052-819C-931447717DAF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>
  <p:cSld name="Content with Capti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220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7DCC3AC6-AAE6-4FB8-84FB-CFC6D656EB0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221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22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6D33F594-8FBA-4F7A-AE34-8169BF9DD86E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>
  <p:cSld name="Picture with Capti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icon to add picture</a:t>
            </a:r>
            <a:endParaRPr kumimoji="0" lang="en-NZ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244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097D11E-8DEF-44A0-8D3F-139BD0BE9F9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45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4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DBE1E53C-FB53-46C4-9DAB-F648DFA0E30E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>
  <p:cSld name="Title and Vertical Tex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11268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31ED635-1024-44C2-8FA5-A7CCEF304F04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1269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127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ABB019A9-A4B3-4FD8-9E08-DC16EE034AF8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>
  <p:cSld name="Vertical Title and Tex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1229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165482D-FCB7-497F-BD16-BA32A8047146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229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229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063BB80E-E011-44F2-948A-A64A990FB501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1026" name="Title Placeholder 1" title="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  <a:round/>
          </a:ln>
        </p:spPr>
        <p:txBody>
          <a:bodyPr anchor="ctr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kern="1200" baseline="0">
                <a:solidFill>
                  <a:srgbClr val="000000"/>
                </a:solidFill>
                <a:latin typeface="Calibri Light" charset="0"/>
                <a:ea typeface="Arial"/>
                <a:cs typeface="+mj-cs"/>
              </a:defRPr>
            </a:lvl1pPr>
          </a:lstStyle>
          <a:p>
            <a:pPr lvl="0"/>
            <a:r>
              <a:rPr lang="en-NZ" altLang="en-US"/>
              <a:t>Click to edit Master title style</a:t>
            </a:r>
            <a:endParaRPr lang="en-NZ" altLang="en-US"/>
          </a:p>
        </p:txBody>
      </p:sp>
      <p:sp>
        <p:nvSpPr>
          <p:cNvPr id="1027" name="Text Placeholder 2" title="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  <a:round/>
          </a:ln>
        </p:spPr>
        <p:txBody>
          <a:bodyPr anchor="t">
            <a:noAutofit/>
          </a:bodyPr>
          <a:lstStyle>
            <a:lvl1pPr marL="228600" indent="-228600" algn="l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4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0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NZ" altLang="en-US"/>
              <a:t>Click to edit Master text styles</a:t>
            </a:r>
            <a:endParaRPr lang="en-US" altLang="en-US"/>
          </a:p>
          <a:p>
            <a:pPr lvl="1"/>
            <a:r>
              <a:rPr lang="en-US" altLang="en-US"/>
              <a:t>Second level</a:t>
            </a:r>
            <a:endParaRPr lang="en-US" altLang="en-US"/>
          </a:p>
          <a:p>
            <a:pPr lvl="2"/>
            <a:r>
              <a:rPr lang="en-US" altLang="en-US"/>
              <a:t>Third level</a:t>
            </a:r>
            <a:endParaRPr lang="en-US" altLang="en-US"/>
          </a:p>
          <a:p>
            <a:pPr lvl="3"/>
            <a:r>
              <a:rPr lang="en-US" altLang="en-US"/>
              <a:t>Fourth level</a:t>
            </a:r>
            <a:endParaRPr lang="en-US" altLang="en-US"/>
          </a:p>
          <a:p>
            <a:pPr lvl="4"/>
            <a:r>
              <a:rPr lang="en-US" altLang="en-US"/>
              <a:t>Fifth level</a:t>
            </a:r>
            <a:endParaRPr lang="en-NZ" altLang="en-US"/>
          </a:p>
        </p:txBody>
      </p:sp>
      <p:sp>
        <p:nvSpPr>
          <p:cNvPr id="1028" name="Date Placeholder 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CBBC677-5FC7-412F-88F3-2899BD9C8181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9" name="Footer Placeholder 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3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r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200" b="0" i="0" u="none" baseline="0">
                <a:solidFill>
                  <a:srgbClr val="898989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F225E75C-B5E1-4F6F-BBE3-CC0B6488EAD6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6" r:id="rId3"/>
    <p:sldLayoutId id="2147483678" r:id="rId4"/>
    <p:sldLayoutId id="2147483680" r:id="rId5"/>
    <p:sldLayoutId id="2147483682" r:id="rId6"/>
    <p:sldLayoutId id="2147483684" r:id="rId7"/>
    <p:sldLayoutId id="2147483686" r:id="rId8"/>
    <p:sldLayoutId id="2147483688" r:id="rId9"/>
    <p:sldLayoutId id="2147483690" r:id="rId10"/>
    <p:sldLayoutId id="2147483692" r:id="rId11"/>
  </p:sldLayoutIdLst>
  <p:transition/>
  <p:timing/>
  <p:txStyles>
    <p:titleStyle>
      <a:lvl1pPr marL="0" indent="0" algn="l" defTabSz="9144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4400" b="0" i="0" u="none" kern="1200" baseline="0">
          <a:solidFill>
            <a:srgbClr val="000000"/>
          </a:solidFill>
          <a:effectLst/>
          <a:latin typeface="Calibri Light" charset="0"/>
          <a:ea typeface="Arial"/>
          <a:cs typeface="+mj-cs"/>
        </a:defRPr>
      </a:lvl1pPr>
    </p:titleStyle>
    <p:bodyStyle>
      <a:lvl1pPr marL="228600" indent="-228600" algn="l" defTabSz="914400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4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0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1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1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4572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144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3716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8288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13314" name="Title 1" title="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noFill/>
          <a:ln cap="flat">
            <a:round/>
            <a:headEnd type="none" w="med" len="med"/>
            <a:tailEnd type="none" w="med" len="med"/>
          </a:ln>
        </p:spPr>
        <p:txBody>
          <a:bodyPr wrap="square" lIns="91440" tIns="45720" rIns="91440" bIns="45720" anchor="b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</a:lstStyle>
          <a:p>
            <a:pPr lvl="0" algn="ctr"/>
            <a:r>
              <a:rPr sz="6000">
                <a:sym typeface="Wingdings" charset="2"/>
              </a:rPr>
              <a:t>Sample PowerPoint Presentation</a:t>
            </a:r>
            <a:endParaRPr sz="6000">
              <a:sym typeface="Wingdings"/>
            </a:endParaRPr>
          </a:p>
        </p:txBody>
      </p:sp>
      <p:sp>
        <p:nvSpPr>
          <p:cNvPr id="13315" name="Subtitle 2" title="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noFill/>
          <a:ln cap="flat">
            <a:round/>
            <a:headEnd type="none" w="med" len="med"/>
            <a:tailEnd type="none" w="med" len="med"/>
          </a:ln>
        </p:spPr>
        <p:txBody>
          <a:bodyPr wrap="square" lIns="91440" tIns="45720" rIns="91440" bIns="45720" anchor="t" anchorCtr="0">
            <a:noAutofit/>
          </a:bodyPr>
          <a:lstStyle>
            <a:lvl1pPr marL="0" indent="0" algn="ctr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1pPr>
            <a:lvl2pPr marL="4572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4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2pPr>
            <a:lvl3pPr marL="9144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0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3pPr>
            <a:lvl4pPr marL="13716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4pPr>
            <a:lvl5pPr marL="18288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5pPr>
          </a:lstStyle>
          <a:p>
            <a:pPr marL="0" lvl="0" indent="0"/>
            <a:r>
              <a:rPr sz="2400">
                <a:sym typeface="Wingdings"/>
              </a:rPr>
              <a:t>GroupDocs.Assembly for Java</a:t>
            </a:r>
            <a:r>
              <a:rPr sz="2400">
                <a:sym typeface="Wingdings"/>
              </a:rPr>
              <a:t> - Hello </a:t>
            </a:r>
            <a:r>
              <a:rPr sz="2400">
                <a:sym typeface="Wingdings" charset="2"/>
              </a:rPr>
              <a:t>world!</a:t>
            </a:r>
            <a:endParaRPr sz="2400"/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14338" name="Title 1" title="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  <a:ln>
            <a:round/>
          </a:ln>
        </p:spPr>
        <p:txBody>
          <a:bodyPr wrap="square" lIns="91440" tIns="45720" rIns="91440" bIns="45720" anchor="ctr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kern="1200" baseline="0">
                <a:solidFill>
                  <a:srgbClr val="000000"/>
                </a:solidFill>
                <a:latin typeface="Calibri Light" charset="0"/>
                <a:ea typeface="Arial"/>
                <a:cs typeface="+mj-cs"/>
              </a:defRPr>
            </a:lvl1pPr>
          </a:lstStyle>
          <a:p>
            <a:pPr lvl="0"/>
            <a:r>
              <a:rPr lang="en-NZ" altLang="en-US"/>
              <a:t>Slide 1</a:t>
            </a:r>
            <a:endParaRPr lang="en-NZ" altLang="en-US"/>
          </a:p>
        </p:txBody>
      </p:sp>
      <p:sp>
        <p:nvSpPr>
          <p:cNvPr id="14339" name="Content Placeholder 2" title="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noFill/>
          <a:ln>
            <a:round/>
          </a:ln>
        </p:spPr>
        <p:txBody>
          <a:bodyPr wrap="square" lIns="91440" tIns="45720" rIns="91440" bIns="45720" anchor="t" anchorCtr="0">
            <a:noAutofit/>
          </a:bodyPr>
          <a:lstStyle>
            <a:lvl1pPr marL="228600" indent="-228600" algn="l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4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0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NZ" altLang="en-US"/>
              <a:t>Bullet point 1</a:t>
            </a:r>
            <a:endParaRPr lang="en-NZ" altLang="en-US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5.0.3"/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charset="0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Presentation1" id="{5774BEB8-FA2C-4E00-A28B-EA12C2159FD6}" vid="{B00C28BC-B5C0-4651-8D9D-CC16127CD705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4</Paragraphs>
  <Slides>2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7">
      <vt:lpstr>Arial</vt:lpstr>
      <vt:lpstr>Calibri Light</vt:lpstr>
      <vt:lpstr>Calibri</vt:lpstr>
      <vt:lpstr>Wingdings</vt:lpstr>
      <vt:lpstr>Office Theme</vt:lpstr>
      <vt:lpstr>Sample PowerPoint Presentation</vt:lpstr>
      <vt:lpstr>Slide 1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 PowerPoint Presentation</dc:title>
  <dc:creator>Вячеслав Дерюшев</dc:creator>
  <cp:lastModifiedBy>Вячеслав Дерюшев</cp:lastModifiedBy>
  <cp:revision>1</cp:revision>
  <dcterms:created xsi:type="dcterms:W3CDTF">2021-02-24T09:15:41Z</dcterms:created>
  <dcterms:modified xsi:type="dcterms:W3CDTF">2026-09-26T20:57:45Z</dcterms:modified>
</cp:coreProperties>
</file>