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xlsx" ContentType="application/vnd.openxmlformats-officedocument.spreadsheetml.sheet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olors1.xml" ContentType="application/vnd.ms-office.chartcolorstyle+xml"/>
  <Override PartName="/ppt/charts/style1.xml" ContentType="application/vnd.ms-office.chartstyle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Java 26.2-->
<p:presentation xmlns:r="http://schemas.openxmlformats.org/officeDocument/2006/relationships" xmlns:a="http://schemas.openxmlformats.org/drawingml/2006/main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/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7" d="100"/>
          <a:sy n="87" d="100"/>
        </p:scale>
        <p:origin x="528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2008" cy="72008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2" Type="http://schemas.openxmlformats.org/officeDocument/2006/relationships/slide" Target="slides/slide1.xml" /><Relationship Id="rId3" Type="http://schemas.openxmlformats.org/officeDocument/2006/relationships/tags" Target="tags/tag1.xml" /><Relationship Id="rId4" Type="http://schemas.openxmlformats.org/officeDocument/2006/relationships/presProps" Target="presProps.xml" /><Relationship Id="rId5" Type="http://schemas.openxmlformats.org/officeDocument/2006/relationships/viewProps" Target="viewProps.xml" /><Relationship Id="rId6" Type="http://schemas.openxmlformats.org/officeDocument/2006/relationships/theme" Target="theme/theme1.xml" /><Relationship Id="rId7" Type="http://schemas.openxmlformats.org/officeDocument/2006/relationships/tableStyles" Target="tableStyles.xml" /></Relationships>
</file>

<file path=ppt/charts/_rels/chart1.xml.rels>&#65279;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 /><Relationship Id="rId2" Type="http://schemas.microsoft.com/office/2011/relationships/chartColorStyle" Target="colors1.xml" /><Relationship Id="rId3" Type="http://schemas.microsoft.com/office/2011/relationships/chartStyle" Target="style1.xml" /></Relationships>
</file>

<file path=ppt/charts/chart1.xml><?xml version="1.0" encoding="utf-8"?>
<c:chartSpace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c="http://schemas.openxmlformats.org/drawingml/20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Total Contract Prices by Managers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p>
          <a:pPr>
            <a:defRPr sz="1400" b="0" i="0" u="none" strike="noStrike" kern="1200" spc="0" baseline="0" smtId="4294967295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Total Contract Price</c:v>
                </c:pt>
              </c:strCache>
            </c:strRef>
          </c:tx>
          <c:spPr>
            <a:solidFill>
              <a:srgbClr val="0000FF"/>
            </a:solidFill>
            <a:ln>
              <a:noFill/>
            </a:ln>
            <a:effectLst/>
          </c:spPr>
          <c:invertIfNegative val="0"/>
          <c:cat>
            <c:strLit>
              <c:ptCount val="5"/>
              <c:pt idx="0">
                <c:v>John Smith</c:v>
              </c:pt>
              <c:pt idx="1">
                <c:v>Tony Anderson</c:v>
              </c:pt>
              <c:pt idx="2">
                <c:v>July James</c:v>
              </c:pt>
              <c:pt idx="3">
                <c:v>Sally Sue</c:v>
              </c:pt>
              <c:pt idx="4">
                <c:v>Mike Gonzalez</c:v>
              </c:pt>
            </c:strLit>
          </c:cat>
          <c:val>
            <c:numLit>
              <c:formatCode>General</c:formatCode>
              <c:ptCount val="5"/>
              <c:pt idx="0">
                <c:v>2300000</c:v>
              </c:pt>
              <c:pt idx="1">
                <c:v>1200000</c:v>
              </c:pt>
              <c:pt idx="2">
                <c:v>800000</c:v>
              </c:pt>
              <c:pt idx="3">
                <c:v>750000</c:v>
              </c:pt>
              <c:pt idx="4">
                <c:v>650000</c:v>
              </c:pt>
            </c:numLit>
          </c:val>
          <c:extLst>
            <c:ext xmlns:c16="http://schemas.microsoft.com/office/drawing/2014/chart" uri="{C3380CC4-5D6E-409C-BE32-E72D297353CC}">
              <c16:uniqueId val="{00000000-D2EC-4BB9-80D7-9D328A342EA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219"/>
        <c:overlap val="-27"/>
        <c:axId val="432810304"/>
        <c:axId val="432806776"/>
      </c:barChart>
      <c:catAx>
        <c:axId val="43281030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p>
            <a:pPr>
              <a:defRPr sz="900" b="0" i="0" u="none" strike="noStrike" kern="1200" baseline="0" smtId="4294967295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32806776"/>
        <c:crosses val="autoZero"/>
        <c:auto val="0"/>
        <c:lblAlgn val="ctr"/>
        <c:lblOffset/>
        <c:noMultiLvlLbl val="0"/>
      </c:catAx>
      <c:valAx>
        <c:axId val="43280677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p>
            <a:pPr>
              <a:defRPr sz="900" b="0" i="0" u="none" strike="noStrike" kern="1200" baseline="0" smtId="4294967295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3281030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051642775535583496"/>
          <c:y val="0.91620838642120361"/>
          <c:w val="0.89671427011489868"/>
          <c:h val="0.069139629602432251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p>
          <a:pPr>
            <a:defRPr sz="900" b="0" i="0" u="none" strike="noStrike" kern="1200" baseline="0" smtId="4294967295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p>
      <a:pPr>
        <a:defRPr/>
      </a:pPr>
      <a:endParaRPr lang="en-US"/>
    </a:p>
  </c:txPr>
  <c:externalData r:id="rId1">
    <c:autoUpdate val="0"/>
  </c:externalData>
</c:chartSpace>
</file>

<file path=ppt/charts/colors1.xml><?xml version="1.0" encoding="utf-8"?>
<cs:colorStyle xmlns:a="http://schemas.openxmlformats.org/drawingml/2006/main" xmlns:cs="http://schemas.microsoft.com/office/drawing/2012/chartStyle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a="http://schemas.openxmlformats.org/drawingml/2006/main" xmlns:r="http://schemas.openxmlformats.org/officeDocument/2006/relationships" xmlns:cs="http://schemas.microsoft.com/office/drawing/2012/chartStyle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4139B5-E5D3-4521-91D6-6E024A15F53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25D27D5-3A9E-4526-A90C-59EB007C5E7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057E4E-B936-4DD7-9CD0-CC7E7BBEA7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CA849E-2525-4DCF-834E-903B52C91B9B}" type="datetimeFigureOut">
              <a:rPr lang="en-GB" smtClean="0"/>
              <a:t>10/06/2018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23E20C-9726-4E22-8433-532C3661E7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2A0356-EA3C-45FD-80B0-3A43F0D263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3AFCB1-A74D-4C3E-9316-B73029D13DD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val="1214569725"/>
      </p:ext>
    </p:extLst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15B421-0291-4887-A4A0-93523F2D54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CF7917-76C1-4F3D-8919-E55D8EA608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E770A5-F5A6-4DBE-97E8-9BC10884EF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CA849E-2525-4DCF-834E-903B52C91B9B}" type="datetimeFigureOut">
              <a:rPr lang="en-GB" smtClean="0"/>
              <a:t>10/06/2018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75918F-D077-4AAA-94E4-233F01A469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AE5D75-4DD4-487E-BC2D-6890872255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3AFCB1-A74D-4C3E-9316-B73029D13DD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val="2323011996"/>
      </p:ext>
    </p:extLst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25912C-CD77-4618-9914-C55FF78571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C418BB-1FFC-4482-98E1-7935B84E67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0E6853-B669-4B74-B6BA-9F7F81CCFB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CA849E-2525-4DCF-834E-903B52C91B9B}" type="datetimeFigureOut">
              <a:rPr lang="en-GB" smtClean="0"/>
              <a:t>10/06/2018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7C3A56-AC35-4567-87A9-7F3EAA9D71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645E4F-3667-4BF2-AB56-75E2512721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3AFCB1-A74D-4C3E-9316-B73029D13DD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val="3838866913"/>
      </p:ext>
    </p:extLst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C864BA-7ABC-4B1A-9937-18E55D53B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00B1BA-92FE-4B3C-8B48-2DB48BBC990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B616687-BB33-4A7B-BB9F-30A33559A8F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7B72815-D5BD-41CB-8613-2CA810D09C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CA849E-2525-4DCF-834E-903B52C91B9B}" type="datetimeFigureOut">
              <a:rPr lang="en-GB" smtClean="0"/>
              <a:t>10/06/2018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BA7EB60-7036-4433-A00F-3AF13BBAA2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E88D542-F1EE-4407-A077-EC6DDFAA2D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3AFCB1-A74D-4C3E-9316-B73029D13DD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val="886556283"/>
      </p:ext>
    </p:extLst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F9DFCE-ADD6-45FB-B65A-3FB9C2B422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2263DE-9B9D-4750-B8D0-B1973DB1FD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DA09BF2-4A3A-4811-8376-F835902AC9E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C2B565E-A99F-4C3C-B916-30A9F294A7F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3FAA6D4-EB6F-473B-94B9-760DD8464F3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408A3DB-5B08-48D1-80A4-7556A8D248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CA849E-2525-4DCF-834E-903B52C91B9B}" type="datetimeFigureOut">
              <a:rPr lang="en-GB" smtClean="0"/>
              <a:t>10/06/2018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8C4C797-208A-427F-81EA-53352F6B68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EFDF2F7-6584-4E25-84B7-E43952237A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3AFCB1-A74D-4C3E-9316-B73029D13DD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val="3327270740"/>
      </p:ext>
    </p:extLst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36FA30-19D6-4579-92F0-85B52B38D5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DF59B71-6D76-4F79-AD68-B153E27EE5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CA849E-2525-4DCF-834E-903B52C91B9B}" type="datetimeFigureOut">
              <a:rPr lang="en-GB" smtClean="0"/>
              <a:t>10/06/2018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AAA03E1-A34A-4BA2-B9B1-388E5BECBE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23C343D-C793-44FF-9DC6-C078B806C2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3AFCB1-A74D-4C3E-9316-B73029D13DD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val="603031647"/>
      </p:ext>
    </p:extLst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598677B-C45D-4291-9B85-324861541C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CA849E-2525-4DCF-834E-903B52C91B9B}" type="datetimeFigureOut">
              <a:rPr lang="en-GB" smtClean="0"/>
              <a:t>10/06/2018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0C4E4CB-0051-4688-BD0E-63DB4A42EB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116482-FC9E-4AE6-AE11-87ED809BBD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3AFCB1-A74D-4C3E-9316-B73029D13DD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val="2864469459"/>
      </p:ext>
    </p:extLst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A66F64-C0A1-4342-8084-43FF25BEB6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4F1231-241B-4125-A5BE-0866ED22AE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0C508BD-9F8B-4AF1-9FB3-4C639D80DB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7EB6014-6DCE-4160-AD71-AC9EC69592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CA849E-2525-4DCF-834E-903B52C91B9B}" type="datetimeFigureOut">
              <a:rPr lang="en-GB" smtClean="0"/>
              <a:t>10/06/2018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35721D-BD71-4A16-BDE1-B14552C9AF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D680E6B-77EF-4AC7-AD48-899469A127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3AFCB1-A74D-4C3E-9316-B73029D13DD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val="123821218"/>
      </p:ext>
    </p:extLst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4BE676-7B2E-4896-8DA7-BDADEAD2C6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B432DD7-AECC-4FA3-932F-7043FC6E5A1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402F789-9C95-48A0-A9B4-3120013565A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B23A640-0CE8-489B-8354-10AEDFE8D9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CA849E-2525-4DCF-834E-903B52C91B9B}" type="datetimeFigureOut">
              <a:rPr lang="en-GB" smtClean="0"/>
              <a:t>10/06/2018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F83F559-2396-4154-A2EC-26BCF8B51F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A310762-6201-49B4-A405-C45D93D51D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3AFCB1-A74D-4C3E-9316-B73029D13DD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val="1509883380"/>
      </p:ext>
    </p:extLst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C25F78-7645-4EC5-BAE2-0621C2C22B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C0F3CB3-C3C2-4203-9507-50962892C0A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C56D73-86FE-4C6C-B407-5623DEE2EE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CA849E-2525-4DCF-834E-903B52C91B9B}" type="datetimeFigureOut">
              <a:rPr lang="en-GB" smtClean="0"/>
              <a:t>10/06/2018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54E0F6-6C9B-49D2-AFEA-384EC9DA97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A9BF8E-1D9B-4EEE-98D9-DED143FA86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3AFCB1-A74D-4C3E-9316-B73029D13DD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val="744210996"/>
      </p:ext>
    </p:extLst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DE7B56B-3DC6-4C81-9E01-7FDA18577BA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04AFD70-217C-42D7-8EDF-4E5884BFB1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E45D20-B018-4907-B634-BE6ABD6F34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CA849E-2525-4DCF-834E-903B52C91B9B}" type="datetimeFigureOut">
              <a:rPr lang="en-GB" smtClean="0"/>
              <a:t>10/06/2018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A2E84D-EC3D-4F34-92AB-7D9D6033E2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A95EFA-3A7C-46C5-B274-47F6308F4F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3AFCB1-A74D-4C3E-9316-B73029D13DD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val="1382222199"/>
      </p:ext>
    </p:extLst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C53F8C5-C3D0-4C2C-8592-898DB219DC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79C24D-A332-4889-A1D0-7458936911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5BF19D-35D6-437E-AEE2-43FB76A80DA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3CA849E-2525-4DCF-834E-903B52C91B9B}" type="datetimeFigureOut">
              <a:rPr lang="en-GB" smtClean="0"/>
              <a:t>10/06/2018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5565D1-14C3-4C67-B87F-FA87E4ADE0F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24AAB3-81EF-46A8-9358-6CD381F1E57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73AFCB1-A74D-4C3E-9316-B73029D13DD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val="1515833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2" Type="http://schemas.openxmlformats.org/officeDocument/2006/relationships/chart" Target="../charts/chart1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graphicFrame>
        <p:nvGraphicFramePr>
          <p:cNvPr id="5" name="Chart 4">
            <a:extLst>
              <a:ext uri="{FF2B5EF4-FFF2-40B4-BE49-F238E27FC236}">
                <a16:creationId xmlns:a16="http://schemas.microsoft.com/office/drawing/2014/main" id="{10D35122-E37F-4F85-B0FF-A14888DFC7A6}"/>
              </a:ext>
            </a:extLst>
          </p:cNvPr>
          <p:cNvGraphicFramePr/>
          <p:nvPr>
            <p:extLst>
              <p:ext uri="{D42A27DB-BD31-4B8C-83A1-F6EECF244321}">
                <p14:modId val="3532803777"/>
              </p:ext>
            </p:extLst>
          </p:nvPr>
        </p:nvGraphicFramePr>
        <p:xfrm>
          <a:off x="3458845" y="1695450"/>
          <a:ext cx="5274310" cy="34671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  <p:extLst>
      <p:ext uri="{BB962C8B-B14F-4D97-AF65-F5344CB8AC3E}">
        <p14:creationId val="1805751225"/>
      </p:ext>
    </p:extLst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OS" val="Microsoft Windows NT 10.0"/>
  <p:tag name="AS_RELEASE_DATE" val="2026.02.28"/>
  <p:tag name="AS_TITLE" val="Aspose.Slides for Java"/>
  <p:tag name="AS_VERSION" val="26.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Calibri Light" panose="020f0302020204030204"/>
        <a:cs typeface="Arial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Calibri" panose="020f0502020204030204"/>
        <a:cs typeface="Arial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Widescreen</PresentationFormat>
  <Paragraphs>0</Paragraphs>
  <Slides>1</Slides>
  <Notes>0</Notes>
  <TotalTime>1</TotalTime>
  <HiddenSlides>0</HiddenSlides>
  <MMClips>0</MMClips>
  <ScaleCrop>0</ScaleCrop>
  <HeadingPairs>
    <vt:vector baseType="variant" size="6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5">
      <vt:lpstr>Arial</vt:lpstr>
      <vt:lpstr>Calibri Light</vt:lpstr>
      <vt:lpstr>Calibri</vt:lpstr>
      <vt:lpstr>Office Theme</vt:lpstr>
      <vt:lpstr>PowerPoint Presentation</vt:lpstr>
    </vt:vector>
  </TitlesOfParts>
  <LinksUpToDate>0</LinksUpToDate>
  <SharedDoc>0</SharedDoc>
  <HyperlinksChanged>0</HyperlinksChanged>
  <Application>Aspose.Slides for Java</Application>
  <AppVersion>26.0200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dc:title>PowerPoint Presentation</dc:title>
  <dc:creator>Ali Ahmed sahi</dc:creator>
  <cp:lastModifiedBy>Ali Ahmed sahi</cp:lastModifiedBy>
  <cp:revision>2</cp:revision>
  <dcterms:created xsi:type="dcterms:W3CDTF">2018-06-07T09:50:07Z</dcterms:created>
  <dcterms:modified xsi:type="dcterms:W3CDTF">2026-09-25T12:41:20Z</dcterms:modified>
</cp:coreProperties>
</file>