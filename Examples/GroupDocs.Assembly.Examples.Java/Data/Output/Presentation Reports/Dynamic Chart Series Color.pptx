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Total Contract Prices by Managers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solidFill>
              <a:srgbClr val="0000FF"/>
            </a:solidFill>
            <a:ln>
              <a:noFill/>
            </a:ln>
            <a:effectLst/>
          </c:spPr>
          <c:invertIfNegative val="0"/>
          <c:cat>
            <c:strLit>
              <c:ptCount val="5"/>
              <c:pt idx="0">
                <c:v>John Smith</c:v>
              </c:pt>
              <c:pt idx="1">
                <c:v>Tony Anderson</c:v>
              </c:pt>
              <c:pt idx="2">
                <c:v>July James</c:v>
              </c:pt>
              <c:pt idx="3">
                <c:v>Sally Sue</c:v>
              </c:pt>
              <c:pt idx="4">
                <c:v>Mike Gonzalez</c:v>
              </c:pt>
            </c:strLit>
          </c:cat>
          <c:val>
            <c:numLit>
              <c:formatCode>General</c:formatCode>
              <c:ptCount val="5"/>
              <c:pt idx="0">
                <c:v>2300000</c:v>
              </c:pt>
              <c:pt idx="1">
                <c:v>1200000</c:v>
              </c:pt>
              <c:pt idx="2">
                <c:v>800000</c:v>
              </c:pt>
              <c:pt idx="3">
                <c:v>750000</c:v>
              </c:pt>
              <c:pt idx="4">
                <c:v>650000</c:v>
              </c:pt>
            </c:numLit>
          </c:val>
          <c:extLst>
            <c:ext xmlns:c16="http://schemas.microsoft.com/office/drawing/2014/chart" uri="{C3380CC4-5D6E-409C-BE32-E72D297353CC}">
              <c16:uniqueId val="{00000000-D2EC-4BB9-80D7-9D328A342E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19"/>
        <c:overlap val="-27"/>
        <c:axId val="432810304"/>
        <c:axId val="432806776"/>
      </c:barChart>
      <c:catAx>
        <c:axId val="4328103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2806776"/>
        <c:crosses val="autoZero"/>
        <c:auto val="0"/>
        <c:lblAlgn val="ctr"/>
        <c:lblOffset/>
        <c:noMultiLvlLbl val="0"/>
      </c:catAx>
      <c:valAx>
        <c:axId val="432806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28103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51642775535583496"/>
          <c:y val="0.91620838642120361"/>
          <c:w val="0.89671427011489868"/>
          <c:h val="0.06913962960243225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900" b="0" i="0" u="none" strike="noStrike" kern="120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139B5-E5D3-4521-91D6-6E024A15F5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5D27D5-3A9E-4526-A90C-59EB007C5E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57E4E-B936-4DD7-9CD0-CC7E7BBEA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23E20C-9726-4E22-8433-532C3661E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A0356-EA3C-45FD-80B0-3A43F0D26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21456972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5B421-0291-4887-A4A0-93523F2D5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F7917-76C1-4F3D-8919-E55D8EA60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770A5-F5A6-4DBE-97E8-9BC10884E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5918F-D077-4AAA-94E4-233F01A4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E5D75-4DD4-487E-BC2D-689087225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323011996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5912C-CD77-4618-9914-C55FF7857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418BB-1FFC-4482-98E1-7935B84E67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0E6853-B669-4B74-B6BA-9F7F81CCF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C3A56-AC35-4567-87A9-7F3EAA9D7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645E4F-3667-4BF2-AB56-75E251272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838866913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864BA-7ABC-4B1A-9937-18E55D53B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0B1BA-92FE-4B3C-8B48-2DB48BBC99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16687-BB33-4A7B-BB9F-30A33559A8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815-D5BD-41CB-8613-2CA810D09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A7EB60-7036-4433-A00F-3AF13BBAA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88D542-F1EE-4407-A077-EC6DDFAA2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886556283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9DFCE-ADD6-45FB-B65A-3FB9C2B42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2263DE-9B9D-4750-B8D0-B1973DB1F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A09BF2-4A3A-4811-8376-F835902AC9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2B565E-A99F-4C3C-B916-30A9F294A7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AA6D4-EB6F-473B-94B9-760DD8464F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08A3DB-5B08-48D1-80A4-7556A8D24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C4C797-208A-427F-81EA-53352F6B6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FDF2F7-6584-4E25-84B7-E43952237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327270740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6FA30-19D6-4579-92F0-85B52B38D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59B71-6D76-4F79-AD68-B153E27EE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AA03E1-A34A-4BA2-B9B1-388E5BEC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3C343D-C793-44FF-9DC6-C078B806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60303164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98677B-C45D-4291-9B85-324861541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C4E4CB-0051-4688-BD0E-63DB4A42E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16482-FC9E-4AE6-AE11-87ED809BB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86446945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66F64-C0A1-4342-8084-43FF25BEB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4F1231-241B-4125-A5BE-0866ED22A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508BD-9F8B-4AF1-9FB3-4C639D80D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EB6014-6DCE-4160-AD71-AC9EC6959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35721D-BD71-4A16-BDE1-B14552C9A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80E6B-77EF-4AC7-AD48-899469A12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2382121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BE676-7B2E-4896-8DA7-BDADEAD2C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432DD7-AECC-4FA3-932F-7043FC6E5A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02F789-9C95-48A0-A9B4-3120013565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23A640-0CE8-489B-8354-10AEDFE8D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83F559-2396-4154-A2EC-26BCF8B51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310762-6201-49B4-A405-C45D93D51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509883380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25F78-7645-4EC5-BAE2-0621C2C22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0F3CB3-C3C2-4203-9507-50962892C0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6D73-86FE-4C6C-B407-5623DEE2E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4E0F6-6C9B-49D2-AFEA-384EC9DA9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9BF8E-1D9B-4EEE-98D9-DED143FA8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744210996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E7B56B-3DC6-4C81-9E01-7FDA18577B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4AFD70-217C-42D7-8EDF-4E5884BFB1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45D20-B018-4907-B634-BE6ABD6F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2E84D-EC3D-4F34-92AB-7D9D6033E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95EFA-3A7C-46C5-B274-47F6308F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382222199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3F8C5-C3D0-4C2C-8592-898DB219D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9C24D-A332-4889-A1D0-745893691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5BF19D-35D6-437E-AEE2-43FB76A80D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565D1-14C3-4C67-B87F-FA87E4ADE0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24AAB3-81EF-46A8-9358-6CD381F1E5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51583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0D35122-E37F-4F85-B0FF-A14888DFC7A6}"/>
              </a:ext>
            </a:extLst>
          </p:cNvPr>
          <p:cNvGraphicFramePr/>
          <p:nvPr>
            <p:extLst>
              <p:ext uri="{D42A27DB-BD31-4B8C-83A1-F6EECF244321}">
                <p14:modId val="3532803777"/>
              </p:ext>
            </p:extLst>
          </p:nvPr>
        </p:nvGraphicFramePr>
        <p:xfrm>
          <a:off x="3458845" y="1695450"/>
          <a:ext cx="5274310" cy="3467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180575122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Ali Ahmed sahi</dc:creator>
  <cp:lastModifiedBy>Ali Ahmed sahi</cp:lastModifiedBy>
  <cp:revision>2</cp:revision>
  <dcterms:created xsi:type="dcterms:W3CDTF">2018-06-07T09:50:07Z</dcterms:created>
  <dcterms:modified xsi:type="dcterms:W3CDTF">2026-10-12T20:16:22Z</dcterms:modified>
</cp:coreProperties>
</file>