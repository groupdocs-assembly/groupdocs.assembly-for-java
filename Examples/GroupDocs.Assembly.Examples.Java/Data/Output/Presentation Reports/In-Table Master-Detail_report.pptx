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481679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1284455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58482560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43628959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4908967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516692501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3887856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75383613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018396314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58008321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78441831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17067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02220069"/>
              </p:ext>
            </p:extLst>
          </p:nvPr>
        </p:nvGraphicFramePr>
        <p:xfrm>
          <a:off x="838200" y="1933409"/>
          <a:ext cx="5790565" cy="23967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700849"/>
                <a:gridCol w="2089716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Manager/Client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A Company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B Ltd.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750000.0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C &amp; D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Tony Anderson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E Corp.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650000.0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F &amp; Partners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550000.0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July James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800000.0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G &amp; Co.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H Group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I &amp; Sons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J Ent.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4300000.0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232890652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5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4</cp:revision>
  <dcterms:created xsi:type="dcterms:W3CDTF">2015-10-26T13:52:13Z</dcterms:created>
  <dcterms:modified xsi:type="dcterms:W3CDTF">2026-09-26T20:56:53Z</dcterms:modified>
</cp:coreProperties>
</file>