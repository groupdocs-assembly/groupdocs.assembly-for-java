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84816798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128445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58482560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243628959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74908967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516692501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238878566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7538361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01839631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458008321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378441831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D5444-545C-49B6-920E-79B8CBAAFB5D}" type="datetimeFigureOut">
              <a:rPr lang="ru-RU" smtClean="0"/>
              <a:t>29.11.2016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42C4A-AF3A-4766-A5C0-FF65256F42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1706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102220069"/>
              </p:ext>
            </p:extLst>
          </p:nvPr>
        </p:nvGraphicFramePr>
        <p:xfrm>
          <a:off x="838200" y="1933409"/>
          <a:ext cx="5790565" cy="23967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0849"/>
                <a:gridCol w="2089716"/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Manager/Client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Contract Price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2300000.0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A Company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1200000.0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B Ltd.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750000.0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C &amp; D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350000.0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Tony Anderson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1200000.0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E Corp.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650000.0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F &amp; Partners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550000.0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July James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800000.0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G &amp; Co.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350000.0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H Group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250000.0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I &amp; Sons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b="0" i="1" smtClean="0">
                          <a:effectLst/>
                        </a:rPr>
                        <a:t>  </a:t>
                      </a:r>
                      <a:r>
                        <a:rPr lang="en-US" sz="1100" b="0" i="1" smtClean="0">
                          <a:effectLst/>
                        </a:rPr>
                        <a:t>J Ent.</a:t>
                      </a:r>
                      <a:endParaRPr lang="ru-RU" sz="1100" b="0" i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100000.0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>
                          <a:effectLst/>
                        </a:rPr>
                        <a:t>Total: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100" smtClean="0">
                          <a:effectLst/>
                        </a:rPr>
                        <a:t>4300000.0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232890652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0</Paragraphs>
  <Slides>1</Slides>
  <Notes>0</Notes>
  <TotalTime>5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4</cp:revision>
  <dcterms:created xsi:type="dcterms:W3CDTF">2015-10-26T13:52:13Z</dcterms:created>
  <dcterms:modified xsi:type="dcterms:W3CDTF">2026-10-12T20:16:13Z</dcterms:modified>
</cp:coreProperties>
</file>