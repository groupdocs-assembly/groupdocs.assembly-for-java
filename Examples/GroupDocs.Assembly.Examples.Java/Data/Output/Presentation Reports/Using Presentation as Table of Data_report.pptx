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3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491661725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832817660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95466374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92180725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761487261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770891729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923387727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165179890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554422231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429631740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716259288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33677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Top 3 Managers</a:t>
            </a:r>
            <a:endParaRPr lang="ru-RU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25341032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70840"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Manager</a:t>
                      </a:r>
                      <a:endParaRPr lang="ru-RU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Total Contract Price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Tony</a:t>
                      </a:r>
                      <a:endParaRPr lang="ru-RU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2300000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Peter</a:t>
                      </a:r>
                      <a:endParaRPr lang="ru-RU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1200000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James</a:t>
                      </a:r>
                      <a:endParaRPr lang="ru-RU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800000</a:t>
                      </a:r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val="1542536344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1</Paragraphs>
  <Slides>1</Slides>
  <Notes>0</Notes>
  <TotalTime>3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Top 3 Managers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Иван</dc:creator>
  <cp:lastModifiedBy>Иван</cp:lastModifiedBy>
  <cp:revision>5</cp:revision>
  <dcterms:created xsi:type="dcterms:W3CDTF">2016-12-27T11:20:22Z</dcterms:created>
  <dcterms:modified xsi:type="dcterms:W3CDTF">2026-10-14T20:44:57Z</dcterms:modified>
</cp:coreProperties>
</file>