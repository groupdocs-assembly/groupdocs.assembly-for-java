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3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91661725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32817660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5466374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218072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61487261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770891729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3387727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65179890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54422231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29631740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1625928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1732FA-90A9-473D-9579-2595683B9CA1}" type="datetimeFigureOut">
              <a:rPr lang="ru-RU" smtClean="0"/>
              <a:t>27.12.2016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19375-3291-4EE4-9E76-AB860C5958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3677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Top 3 Managers</a:t>
            </a:r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5341032"/>
              </p:ext>
            </p:extLst>
          </p:nvPr>
        </p:nvGraphicFramePr>
        <p:xfrm>
          <a:off x="838200" y="1825625"/>
          <a:ext cx="10515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Manager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Total Contract Price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Tony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2300000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Peter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1200000</a:t>
                      </a:r>
                      <a:endParaRPr lang="ru-RU"/>
                    </a:p>
                  </a:txBody>
                  <a:tcPr/>
                </a:tc>
              </a:tr>
              <a:tr h="370840"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James</a:t>
                      </a:r>
                      <a:endParaRPr lang="ru-RU"/>
                    </a:p>
                  </a:txBody>
                  <a:tcPr/>
                </a:tc>
                <a:tc>
                  <a:txBody>
                    <a:bodyPr vert="horz" wrap="square"/>
                    <a:lstStyle/>
                    <a:p>
                      <a:r>
                        <a:rPr lang="en-US" smtClean="0"/>
                        <a:t>800000</a:t>
                      </a:r>
                      <a:endParaRPr lang="ru-RU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val="1542536344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3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Top 3 Managers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5</cp:revision>
  <dcterms:created xsi:type="dcterms:W3CDTF">2016-12-27T11:20:22Z</dcterms:created>
  <dcterms:modified xsi:type="dcterms:W3CDTF">2026-09-25T12:41:19Z</dcterms:modified>
</cp:coreProperties>
</file>