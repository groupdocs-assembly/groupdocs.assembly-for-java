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30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91661725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32817660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5466374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2180725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6148726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7089172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23387727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65179890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54422231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429631740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16259288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3677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Top 3 Managers</a:t>
            </a:r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25341032"/>
              </p:ext>
            </p:extLst>
          </p:nvPr>
        </p:nvGraphicFramePr>
        <p:xfrm>
          <a:off x="838200" y="1825625"/>
          <a:ext cx="10515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Manager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Total Contract Price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Tony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2300000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Peter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1200000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James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800000</a:t>
                      </a:r>
                      <a:endParaRPr lang="ru-RU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val="1542536344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3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Top 3 Managers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5</cp:revision>
  <dcterms:created xsi:type="dcterms:W3CDTF">2016-12-27T11:20:22Z</dcterms:created>
  <dcterms:modified xsi:type="dcterms:W3CDTF">2026-09-26T20:57:05Z</dcterms:modified>
</cp:coreProperties>
</file>