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Java 26.2-->
<p:presentation xmlns:r="http://schemas.openxmlformats.org/officeDocument/2006/relationships" xmlns:a="http://schemas.openxmlformats.org/drawingml/2006/main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6" d="100"/>
          <a:sy n="86" d="100"/>
        </p:scale>
        <p:origin x="562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2008" cy="72008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" Target="slides/slide1.xml" /><Relationship Id="rId3" Type="http://schemas.openxmlformats.org/officeDocument/2006/relationships/tags" Target="tags/tag1.xml" /><Relationship Id="rId4" Type="http://schemas.openxmlformats.org/officeDocument/2006/relationships/presProps" Target="presProps.xml" /><Relationship Id="rId5" Type="http://schemas.openxmlformats.org/officeDocument/2006/relationships/viewProps" Target="viewProps.xml" /><Relationship Id="rId6" Type="http://schemas.openxmlformats.org/officeDocument/2006/relationships/theme" Target="theme/theme1.xml" /><Relationship Id="rId7" Type="http://schemas.openxmlformats.org/officeDocument/2006/relationships/tableStyles" Target="tableStyles.xml" /></Relationship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31FCAB-E2E2-4941-92A8-3EEE9BDEF30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AA1C640-2A93-4A9B-A5AB-0B5C1D2D58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252273-0E46-4E6A-ADA0-A90B35C9D2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DE3D4C-9CE4-448E-9F69-EB392510D7BA}" type="datetimeFigureOut">
              <a:rPr lang="en-GB" smtClean="0"/>
              <a:t>07/11/2018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691933-F8C1-448B-A07C-CE0B5A796D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DA1EFD-9C1F-425F-A2B4-2027B8FC8D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26AED-8319-4DE8-BDA3-DAC66C791F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990211841"/>
      </p:ext>
    </p:extLst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58704E-BBC8-4AA1-B0C4-7A9AF796AA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FEC3B8-92E4-4812-B08D-B6A6C37FF4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30A134-2580-4CB3-B68B-19B3FA7E82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DE3D4C-9CE4-448E-9F69-EB392510D7BA}" type="datetimeFigureOut">
              <a:rPr lang="en-GB" smtClean="0"/>
              <a:t>07/11/2018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A09295-24A6-42DE-96FA-13BBAF3519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415A50-5265-41AD-82BB-0ED8BD935E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26AED-8319-4DE8-BDA3-DAC66C791F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3996548418"/>
      </p:ext>
    </p:extLst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AA3E6C-8089-42A6-9C70-F5BA7960D3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E8D476-FDF3-4077-9DB3-BABD94BD82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C3D546-3C63-4749-90C2-50B1F74885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DE3D4C-9CE4-448E-9F69-EB392510D7BA}" type="datetimeFigureOut">
              <a:rPr lang="en-GB" smtClean="0"/>
              <a:t>07/11/2018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975768-B22C-46BC-926C-0F4BEDC9F9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5A6BE5-855B-4FF1-B2C3-2DEE564152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26AED-8319-4DE8-BDA3-DAC66C791F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4144374866"/>
      </p:ext>
    </p:extLst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7601BC-DE02-4355-B5E1-A33C7EEFB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AE91C5-6048-456B-941F-5A35A53A7E4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80E3E4-B5F0-45F0-9FBA-4E5A62910A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04B856-8D33-439A-B5E1-92C71B9B63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DE3D4C-9CE4-448E-9F69-EB392510D7BA}" type="datetimeFigureOut">
              <a:rPr lang="en-GB" smtClean="0"/>
              <a:t>07/11/2018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2483D9-4497-4A22-BB72-2B007F177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DD5DFC-4E9D-4DF2-BBD9-801A61BACB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26AED-8319-4DE8-BDA3-DAC66C791F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3470336081"/>
      </p:ext>
    </p:extLst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9E818D-02BA-4FA2-B178-86CA42E300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C6F8C4-2C50-47A0-B050-9CDCFA6EC6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E9644C-83BA-452D-8452-7C1437756D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08C2FCC-48D6-447D-93E4-109BC59A0AB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C449E9C-159F-480D-86BA-A09C4357E0C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161B964-671B-42C0-ABEC-9BA4317DA9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DE3D4C-9CE4-448E-9F69-EB392510D7BA}" type="datetimeFigureOut">
              <a:rPr lang="en-GB" smtClean="0"/>
              <a:t>07/11/2018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566A7E9-7D39-4F6C-B814-2B40808128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940D8C-37DD-4F01-92E2-E8A332BBB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26AED-8319-4DE8-BDA3-DAC66C791F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33753057"/>
      </p:ext>
    </p:extLst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7AD58-89E1-4F44-9152-5BCC71407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1CFBFCF-53EF-4E78-AB6E-8E36EC7AA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DE3D4C-9CE4-448E-9F69-EB392510D7BA}" type="datetimeFigureOut">
              <a:rPr lang="en-GB" smtClean="0"/>
              <a:t>07/11/2018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C9E8D9-76ED-432D-B549-029A2C8794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C06766-3F90-4788-816A-948D148C9E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26AED-8319-4DE8-BDA3-DAC66C791F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4258662209"/>
      </p:ext>
    </p:extLst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2169C9E-34A3-4933-B88E-A3C16D0867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DE3D4C-9CE4-448E-9F69-EB392510D7BA}" type="datetimeFigureOut">
              <a:rPr lang="en-GB" smtClean="0"/>
              <a:t>07/11/2018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E789967-D620-430B-AB10-632B036FCC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3E086A-4724-4F07-86AF-B3FE373935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26AED-8319-4DE8-BDA3-DAC66C791F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3633283540"/>
      </p:ext>
    </p:extLst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689435-BED6-4B8C-A9E2-3DDC80E9B4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889AAC-9EE9-419B-A794-FBC5D33AA3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9084CBD-92D8-4063-8CA9-19B3A44E6B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412407-7945-421B-9C1E-D32A9B740C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DE3D4C-9CE4-448E-9F69-EB392510D7BA}" type="datetimeFigureOut">
              <a:rPr lang="en-GB" smtClean="0"/>
              <a:t>07/11/2018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8F6670-BD24-4F24-9E85-59C14E391C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F1E767-A068-462B-91D2-6A70004A1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26AED-8319-4DE8-BDA3-DAC66C791F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895861268"/>
      </p:ext>
    </p:extLst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7F1C06-B7C3-4BB7-A84E-918E7E4476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2ECB4EF-2A71-4C8D-81D0-8A6FF56180C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3D073C-279F-4376-9C1D-FCC4A8F8D1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18AB1C-7D6D-4C47-B936-D05F82146A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DE3D4C-9CE4-448E-9F69-EB392510D7BA}" type="datetimeFigureOut">
              <a:rPr lang="en-GB" smtClean="0"/>
              <a:t>07/11/2018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10243A-D7F4-4FB0-BAF6-ECDB3D577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AAA8A4-744A-41D0-938C-789E6F5827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26AED-8319-4DE8-BDA3-DAC66C791F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2848249338"/>
      </p:ext>
    </p:extLst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7C9D1-FA0A-4DF5-A6BF-5C67C7243B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F2A078-BE76-4764-8F79-7A227E3232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408964-5E6D-49C3-BF95-0A16D34C7E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DE3D4C-9CE4-448E-9F69-EB392510D7BA}" type="datetimeFigureOut">
              <a:rPr lang="en-GB" smtClean="0"/>
              <a:t>07/11/2018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F0FB52-C962-46D5-93F4-F96291C6F4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527FF3-DE8B-4A19-96B0-68CDBF150F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26AED-8319-4DE8-BDA3-DAC66C791F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4174720863"/>
      </p:ext>
    </p:extLst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A695ED0-4BA5-49B7-B3B7-A25718FBC6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2B29B89-D8A0-45E2-836C-0CFD9F638A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F45D4D-D56B-4305-861D-1239B78981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DE3D4C-9CE4-448E-9F69-EB392510D7BA}" type="datetimeFigureOut">
              <a:rPr lang="en-GB" smtClean="0"/>
              <a:t>07/11/2018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926C70-2C03-4BAE-9F14-15046D5ED8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94E05F-F31D-4916-9BC7-70D0178C42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26AED-8319-4DE8-BDA3-DAC66C791F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702673862"/>
      </p:ext>
    </p:extLst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1BC8CBE-37AE-4127-87DD-0C6B04CC31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B42EAF-8F21-4F58-9772-2916938B1F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30B158-8280-4A4B-806B-6781F88E6D1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DE3D4C-9CE4-448E-9F69-EB392510D7BA}" type="datetimeFigureOut">
              <a:rPr lang="en-GB" smtClean="0"/>
              <a:t>07/11/2018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D077E6-8CD4-4818-ADBF-A3C47D64DD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A2CF35-19D0-4C3E-8707-7AB6F55B3E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F26AED-8319-4DE8-BDA3-DAC66C791F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12943797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B21FA50-60B9-4423-BE60-31453467CCDF}"/>
              </a:ext>
            </a:extLst>
          </p:cNvPr>
          <p:cNvSpPr/>
          <p:nvPr/>
        </p:nvSpPr>
        <p:spPr>
          <a:xfrm>
            <a:off x="3048000" y="1620011"/>
            <a:ext cx="6096000" cy="2376820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lnSpc>
                <a:spcPct val="107000"/>
              </a:lnSpc>
            </a:pPr>
            <a:r>
              <a:rPr lang="en-GB">
                <a:solidFill>
                  <a:srgbClr val="333333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Prefix</a:t>
            </a:r>
            <a:endParaRPr lang="en-GB" sz="280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GB">
                <a:solidFill>
                  <a:srgbClr val="333333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Suffix</a:t>
            </a:r>
            <a:endParaRPr lang="en-GB" sz="280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80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80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</a:p>
          <a:p>
            <a:pPr>
              <a:lnSpc>
                <a:spcPct val="107000"/>
              </a:lnSpc>
            </a:pPr>
            <a:r>
              <a:rPr lang="en-GB">
                <a:solidFill>
                  <a:srgbClr val="333333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Prefix</a:t>
            </a:r>
            <a:endParaRPr lang="en-GB" sz="280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GB">
                <a:solidFill>
                  <a:srgbClr val="333333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Suffix</a:t>
            </a:r>
            <a:endParaRPr lang="en-GB" sz="280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val="1483531830"/>
      </p:ext>
    </p:extLst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OS" val="Microsoft Windows NT 10.0"/>
  <p:tag name="AS_RELEASE_DATE" val="2026.02.28"/>
  <p:tag name="AS_TITLE" val="Aspose.Slides for Java"/>
  <p:tag name="AS_VERSION" val="26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Calibri Light" panose="020f0302020204030204"/>
        <a:cs typeface="Arial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Calibri" panose="020f0502020204030204"/>
        <a:cs typeface="Arial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Widescreen</PresentationFormat>
  <Paragraphs>6</Paragraphs>
  <Slides>1</Slides>
  <Notes>0</Notes>
  <TotalTime>0</TotalTime>
  <HiddenSlides>0</HiddenSlides>
  <MMClips>0</MMClips>
  <ScaleCrop>0</ScaleCrop>
  <HeadingPairs>
    <vt:vector baseType="variant" size="6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8">
      <vt:lpstr>Arial</vt:lpstr>
      <vt:lpstr>Calibri Light</vt:lpstr>
      <vt:lpstr>Calibri</vt:lpstr>
      <vt:lpstr>Courier New</vt:lpstr>
      <vt:lpstr>Times New Roman</vt:lpstr>
      <vt:lpstr>Consolas</vt:lpstr>
      <vt:lpstr>Office Theme</vt:lpstr>
      <vt:lpstr>PowerPoint Presentation</vt:lpstr>
    </vt:vector>
  </TitlesOfParts>
  <LinksUpToDate>0</LinksUpToDate>
  <SharedDoc>0</SharedDoc>
  <HyperlinksChanged>0</HyperlinksChanged>
  <Application>Aspose.Slides for Java</Application>
  <AppVersion>26.0200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dc:title>PowerPoint Presentation</dc:title>
  <dc:creator>Ali Ahmed sahi</dc:creator>
  <cp:lastModifiedBy>Ali Ahmed sahi</cp:lastModifiedBy>
  <cp:revision>1</cp:revision>
  <dcterms:created xsi:type="dcterms:W3CDTF">2018-11-07T08:59:29Z</dcterms:created>
  <dcterms:modified xsi:type="dcterms:W3CDTF">2026-10-14T20:45:02Z</dcterms:modified>
</cp:coreProperties>
</file>