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51696077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892711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324402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5186138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2109492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37056200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820233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17844441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530765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6346879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74240066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67368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340360442"/>
              </p:ext>
            </p:extLst>
          </p:nvPr>
        </p:nvGraphicFramePr>
        <p:xfrm>
          <a:off x="838200" y="2085531"/>
          <a:ext cx="579056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A Company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B Ltd.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C &amp; D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E Corp.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F &amp; Partners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G &amp; Co.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H Group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I &amp; Sons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 Ent.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32149138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2015-10-26T13:50:40Z</dcterms:created>
  <dcterms:modified xsi:type="dcterms:W3CDTF">2026-10-14T20:44:51Z</dcterms:modified>
</cp:coreProperties>
</file>