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59C91-2D6F-4CFD-AF52-E73E03DE32C4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87490-CE0F-4DD8-AA51-4DF6840511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651696077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59C91-2D6F-4CFD-AF52-E73E03DE32C4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87490-CE0F-4DD8-AA51-4DF6840511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388927113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59C91-2D6F-4CFD-AF52-E73E03DE32C4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87490-CE0F-4DD8-AA51-4DF6840511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463244023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59C91-2D6F-4CFD-AF52-E73E03DE32C4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87490-CE0F-4DD8-AA51-4DF6840511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351861380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59C91-2D6F-4CFD-AF52-E73E03DE32C4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87490-CE0F-4DD8-AA51-4DF6840511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921094921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59C91-2D6F-4CFD-AF52-E73E03DE32C4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87490-CE0F-4DD8-AA51-4DF6840511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237056200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59C91-2D6F-4CFD-AF52-E73E03DE32C4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87490-CE0F-4DD8-AA51-4DF6840511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882023369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59C91-2D6F-4CFD-AF52-E73E03DE32C4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87490-CE0F-4DD8-AA51-4DF6840511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517844441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59C91-2D6F-4CFD-AF52-E73E03DE32C4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87490-CE0F-4DD8-AA51-4DF6840511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95307652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59C91-2D6F-4CFD-AF52-E73E03DE32C4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87490-CE0F-4DD8-AA51-4DF6840511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963468796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59C91-2D6F-4CFD-AF52-E73E03DE32C4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87490-CE0F-4DD8-AA51-4DF6840511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974240066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59C91-2D6F-4CFD-AF52-E73E03DE32C4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87490-CE0F-4DD8-AA51-4DF6840511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267368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val="2340360442"/>
              </p:ext>
            </p:extLst>
          </p:nvPr>
        </p:nvGraphicFramePr>
        <p:xfrm>
          <a:off x="838200" y="2085531"/>
          <a:ext cx="5790565" cy="18831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25520"/>
                <a:gridCol w="2265045"/>
              </a:tblGrid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Client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Contract Price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A Company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1200000.0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B Ltd.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750000.0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C &amp; D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350000.0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E Corp.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650000.0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F &amp; Partners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550000.0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G &amp; Co.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350000.0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H Group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250000.0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I &amp; Sons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100000.0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J Ent.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100000.0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Total: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4300000.0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val="3214913885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0</Paragraphs>
  <Slides>1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dc:creator>Иван</dc:creator>
  <cp:lastModifiedBy>Иван</cp:lastModifiedBy>
  <cp:revision>3</cp:revision>
  <dcterms:created xsi:type="dcterms:W3CDTF">2015-10-26T13:50:40Z</dcterms:created>
  <dcterms:modified xsi:type="dcterms:W3CDTF">2026-10-12T20:16:12Z</dcterms:modified>
</cp:coreProperties>
</file>