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custDataLst>
    <p:tags r:id="rId3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fill>
          <a:solidFill>
            <a:schemeClr val="accent1">
              <a:tint val="40000"/>
            </a:schemeClr>
          </a:solidFill>
        </a:fill>
      </a:tcStyle>
    </a:band1H>
    <a:band1V>
      <a:tcStyle>
        <a:fill>
          <a:solidFill>
            <a:schemeClr val="accent1">
              <a:tint val="40000"/>
            </a:schemeClr>
          </a:solidFill>
        </a:fill>
      </a:tcStyle>
    </a:band1V>
    <a:la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6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9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59C91-2D6F-4CFD-AF52-E73E03DE32C4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87490-CE0F-4DD8-AA51-4DF6840511F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651696077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59C91-2D6F-4CFD-AF52-E73E03DE32C4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87490-CE0F-4DD8-AA51-4DF6840511F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388927113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59C91-2D6F-4CFD-AF52-E73E03DE32C4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87490-CE0F-4DD8-AA51-4DF6840511F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463244023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59C91-2D6F-4CFD-AF52-E73E03DE32C4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87490-CE0F-4DD8-AA51-4DF6840511F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351861380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59C91-2D6F-4CFD-AF52-E73E03DE32C4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87490-CE0F-4DD8-AA51-4DF6840511F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921094921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59C91-2D6F-4CFD-AF52-E73E03DE32C4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87490-CE0F-4DD8-AA51-4DF6840511F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237056200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59C91-2D6F-4CFD-AF52-E73E03DE32C4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87490-CE0F-4DD8-AA51-4DF6840511F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882023369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59C91-2D6F-4CFD-AF52-E73E03DE32C4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87490-CE0F-4DD8-AA51-4DF6840511F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517844441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59C91-2D6F-4CFD-AF52-E73E03DE32C4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87490-CE0F-4DD8-AA51-4DF6840511F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95307652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59C91-2D6F-4CFD-AF52-E73E03DE32C4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87490-CE0F-4DD8-AA51-4DF6840511F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963468796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59C91-2D6F-4CFD-AF52-E73E03DE32C4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287490-CE0F-4DD8-AA51-4DF6840511F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974240066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259C91-2D6F-4CFD-AF52-E73E03DE32C4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287490-CE0F-4DD8-AA51-4DF6840511F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2673687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val="2340360442"/>
              </p:ext>
            </p:extLst>
          </p:nvPr>
        </p:nvGraphicFramePr>
        <p:xfrm>
          <a:off x="838200" y="2085531"/>
          <a:ext cx="5790565" cy="188316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525520"/>
                <a:gridCol w="2265045"/>
              </a:tblGrid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Client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Contract Price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A Company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1200000.0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B Ltd.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750000.0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C &amp; D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350000.0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E Corp.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650000.0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F &amp; Partners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550000.0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G &amp; Co.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350000.0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H Group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250000.0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I &amp; Sons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100000.0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J Ent.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100000.0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Total: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4300000.0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</a:tbl>
          </a:graphicData>
        </a:graphic>
      </p:graphicFrame>
    </p:spTree>
    <p:extLst>
      <p:ext uri="{BB962C8B-B14F-4D97-AF65-F5344CB8AC3E}">
        <p14:creationId val="3214913885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Calibri" panose="020f05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0</Paragraphs>
  <Slides>1</Slides>
  <Notes>0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 Light</vt:lpstr>
      <vt:lpstr>Calibri</vt:lpstr>
      <vt:lpstr>Office Theme</vt:lpstr>
      <vt:lpstr>PowerPoint Presentation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PowerPoint Presentation</dc:title>
  <dc:creator>Иван</dc:creator>
  <cp:lastModifiedBy>Иван</cp:lastModifiedBy>
  <cp:revision>3</cp:revision>
  <dcterms:created xsi:type="dcterms:W3CDTF">2015-10-26T13:50:40Z</dcterms:created>
  <dcterms:modified xsi:type="dcterms:W3CDTF">2026-09-26T20:56:52Z</dcterms:modified>
</cp:coreProperties>
</file>