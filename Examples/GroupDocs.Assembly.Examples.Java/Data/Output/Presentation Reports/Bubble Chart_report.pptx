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/>
            </a:pPr>
            <a:r>
              <a:rPr lang="en-US" smtClean="0"/>
              <a:t>Total Contract Prices by Months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400" b="0" i="0" u="none" strike="noStrike" kern="1200" spc="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Contract Price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Lit>
              <c:formatCode>General</c:formatCode>
              <c:ptCount val="6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2</c:v>
              </c:pt>
              <c:pt idx="4">
                <c:v>8</c:v>
              </c:pt>
              <c:pt idx="5">
                <c:v>5</c:v>
              </c:pt>
            </c:numLit>
          </c:xVal>
          <c:yVal>
            <c:numLit>
              <c:formatCode>General</c:formatCode>
              <c:ptCount val="6"/>
              <c:pt idx="0">
                <c:v>1200000</c:v>
              </c:pt>
              <c:pt idx="1">
                <c:v>750000</c:v>
              </c:pt>
              <c:pt idx="2">
                <c:v>450000</c:v>
              </c:pt>
              <c:pt idx="3">
                <c:v>1000000</c:v>
              </c:pt>
              <c:pt idx="4">
                <c:v>650000</c:v>
              </c:pt>
              <c:pt idx="5">
                <c:v>250000</c:v>
              </c:pt>
            </c:numLit>
          </c:yVal>
          <c:bubbleSize>
            <c:numLit>
              <c:formatCode>General</c:formatCode>
              <c:ptCount val="6"/>
              <c:pt idx="0">
                <c:v>1</c:v>
              </c:pt>
              <c:pt idx="1">
                <c:v>1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1</c:v>
              </c:pt>
            </c:numLit>
          </c:bubbleSize>
          <c:bubble3D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bubbleScale/>
        <c:showNegBubbles val="0"/>
        <c:axId val="306318936"/>
        <c:axId val="278368640"/>
      </c:bubbleChart>
      <c:valAx>
        <c:axId val="306318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8368640"/>
        <c:crosses val="autoZero"/>
        <c:crossBetween val="midCat"/>
      </c:valAx>
      <c:valAx>
        <c:axId val="27836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063189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53763021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740368502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462374208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257324312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00051224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11716987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53348810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2386417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07994047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002346465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6544548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80BF9-78E3-4681-A56C-E36D53DC49C6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C07EC-0B9B-49E0-BB88-4243F9136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389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chart" Target="../charts/char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3217094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val="259701282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2015-10-26T13:35:08Z</dcterms:created>
  <dcterms:modified xsi:type="dcterms:W3CDTF">2026-10-12T20:16:01Z</dcterms:modified>
</cp:coreProperties>
</file>