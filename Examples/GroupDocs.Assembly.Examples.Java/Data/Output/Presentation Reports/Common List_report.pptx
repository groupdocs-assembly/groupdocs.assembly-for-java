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92124784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811906693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993506162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117558055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26959302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258852387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92462619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84246191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440330667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67607502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2050619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2149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NOTE: There is no way to use images inside a foreach tag in PowerPoint.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smtClean="0"/>
              <a:t>John Smith</a:t>
            </a:r>
            <a:endParaRPr lang="ru-RU"/>
          </a:p>
          <a:p>
            <a:pPr marL="0" indent="0">
              <a:buNone/>
            </a:pPr>
            <a:r>
              <a:rPr lang="en-US" b="1" smtClean="0"/>
              <a:t>Tony Anderson</a:t>
            </a:r>
            <a:endParaRPr lang="ru-RU"/>
          </a:p>
          <a:p>
            <a:pPr marL="0" indent="0">
              <a:buNone/>
            </a:pPr>
            <a:r>
              <a:rPr lang="en-US" b="1" smtClean="0"/>
              <a:t>July James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val="1913170025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4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NOTE: There is no way to use images inside a foreach tag in PowerPoint.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NOTE: There is no way to use images inside a foreach tag in PowerPoint.</dc:title>
  <dc:creator>Иван</dc:creator>
  <cp:lastModifiedBy>Иван</cp:lastModifiedBy>
  <cp:revision>3</cp:revision>
  <dcterms:created xsi:type="dcterms:W3CDTF">2015-10-26T13:40:52Z</dcterms:created>
  <dcterms:modified xsi:type="dcterms:W3CDTF">2026-10-12T20:16:09Z</dcterms:modified>
</cp:coreProperties>
</file>