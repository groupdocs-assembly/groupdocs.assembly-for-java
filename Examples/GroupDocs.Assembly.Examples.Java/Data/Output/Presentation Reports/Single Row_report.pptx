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fill>
          <a:solidFill>
            <a:schemeClr val="accent3">
              <a:tint val="40000"/>
            </a:schemeClr>
          </a:solidFill>
        </a:fill>
      </a:tcStyle>
    </a:band1H>
    <a:band1V>
      <a:tcStyle>
        <a:fill>
          <a:solidFill>
            <a:schemeClr val="accent3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FAE6-BC44-4ECD-A159-A1D71C418956}" type="datetimeFigureOut">
              <a:rPr lang="ru-RU" smtClean="0"/>
              <a:t>28.11.2016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C252-F140-4C48-8932-5B3277B6C0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16458300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FAE6-BC44-4ECD-A159-A1D71C418956}" type="datetimeFigureOut">
              <a:rPr lang="ru-RU" smtClean="0"/>
              <a:t>28.11.2016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C252-F140-4C48-8932-5B3277B6C0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32241995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FAE6-BC44-4ECD-A159-A1D71C418956}" type="datetimeFigureOut">
              <a:rPr lang="ru-RU" smtClean="0"/>
              <a:t>28.11.2016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C252-F140-4C48-8932-5B3277B6C0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915871561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FAE6-BC44-4ECD-A159-A1D71C418956}" type="datetimeFigureOut">
              <a:rPr lang="ru-RU" smtClean="0"/>
              <a:t>28.11.2016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C252-F140-4C48-8932-5B3277B6C0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64206120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FAE6-BC44-4ECD-A159-A1D71C418956}" type="datetimeFigureOut">
              <a:rPr lang="ru-RU" smtClean="0"/>
              <a:t>28.11.2016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C252-F140-4C48-8932-5B3277B6C0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868921994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FAE6-BC44-4ECD-A159-A1D71C418956}" type="datetimeFigureOut">
              <a:rPr lang="ru-RU" smtClean="0"/>
              <a:t>28.11.2016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C252-F140-4C48-8932-5B3277B6C0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938843923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FAE6-BC44-4ECD-A159-A1D71C418956}" type="datetimeFigureOut">
              <a:rPr lang="ru-RU" smtClean="0"/>
              <a:t>28.11.2016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C252-F140-4C48-8932-5B3277B6C0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275162179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FAE6-BC44-4ECD-A159-A1D71C418956}" type="datetimeFigureOut">
              <a:rPr lang="ru-RU" smtClean="0"/>
              <a:t>28.11.2016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C252-F140-4C48-8932-5B3277B6C0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457861378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FAE6-BC44-4ECD-A159-A1D71C418956}" type="datetimeFigureOut">
              <a:rPr lang="ru-RU" smtClean="0"/>
              <a:t>28.11.2016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C252-F140-4C48-8932-5B3277B6C0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44465071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FAE6-BC44-4ECD-A159-A1D71C418956}" type="datetimeFigureOut">
              <a:rPr lang="ru-RU" smtClean="0"/>
              <a:t>28.11.2016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C252-F140-4C48-8932-5B3277B6C0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375811547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38FAE6-BC44-4ECD-A159-A1D71C418956}" type="datetimeFigureOut">
              <a:rPr lang="ru-RU" smtClean="0"/>
              <a:t>28.11.2016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4C252-F140-4C48-8932-5B3277B6C0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936732257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8FAE6-BC44-4ECD-A159-A1D71C418956}" type="datetimeFigureOut">
              <a:rPr lang="ru-RU" smtClean="0"/>
              <a:t>28.11.2016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64C252-F140-4C48-8932-5B3277B6C0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01044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jpe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7656"/>
            <a:ext cx="3095847" cy="2856539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br>
              <a:rPr lang="ru-RU"/>
            </a:br>
            <a:endParaRPr lang="ru-RU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4176846831"/>
              </p:ext>
            </p:extLst>
          </p:nvPr>
        </p:nvGraphicFramePr>
        <p:xfrm>
          <a:off x="4257520" y="407656"/>
          <a:ext cx="4008120" cy="498027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101090"/>
                <a:gridCol w="2907030"/>
              </a:tblGrid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600">
                          <a:effectLst/>
                        </a:rPr>
                        <a:t>Name: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600">
                          <a:effectLst/>
                        </a:rPr>
                        <a:t>John Smith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600">
                          <a:effectLst/>
                        </a:rPr>
                        <a:t>Age: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 vert="horz" wrap="square"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ct val="0"/>
                        </a:spcAft>
                      </a:pPr>
                      <a:r>
                        <a:rPr lang="en-US" sz="1600">
                          <a:effectLst/>
                        </a:rPr>
                        <a:t>37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val="1382443115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1</Paragraphs>
  <Slides>1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/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&lt;&lt;image [manager.Photo]&gt;&gt; </dc:title>
  <dc:creator>Иван</dc:creator>
  <cp:lastModifiedBy>Иван</cp:lastModifiedBy>
  <cp:revision>2</cp:revision>
  <dcterms:created xsi:type="dcterms:W3CDTF">2015-10-26T14:04:12Z</dcterms:created>
  <dcterms:modified xsi:type="dcterms:W3CDTF">2026-10-12T20:16:18Z</dcterms:modified>
</cp:coreProperties>
</file>