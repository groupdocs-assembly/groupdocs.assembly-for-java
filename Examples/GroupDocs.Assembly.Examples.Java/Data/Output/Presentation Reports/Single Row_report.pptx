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fill>
          <a:solidFill>
            <a:schemeClr val="accent3">
              <a:tint val="40000"/>
            </a:schemeClr>
          </a:solidFill>
        </a:fill>
      </a:tcStyle>
    </a:band1H>
    <a:band1V>
      <a:tcStyle>
        <a:fill>
          <a:solidFill>
            <a:schemeClr val="accent3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6458300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32241995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15871561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64206120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6892199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3884392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7516217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5786137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4446507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75811547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3673225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1044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eg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07656"/>
            <a:ext cx="3095847" cy="2856539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/>
          <a:p>
            <a:br>
              <a:rPr lang="ru-RU"/>
            </a:br>
            <a:endParaRPr lang="ru-RU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4176846831"/>
              </p:ext>
            </p:extLst>
          </p:nvPr>
        </p:nvGraphicFramePr>
        <p:xfrm>
          <a:off x="4257520" y="407656"/>
          <a:ext cx="4008120" cy="498027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101090"/>
                <a:gridCol w="2907030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Name: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Age: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37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138244311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/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&lt;&lt;image [manager.Photo]&gt;&gt; </dc:title>
  <dc:creator>Иван</dc:creator>
  <cp:lastModifiedBy>Иван</cp:lastModifiedBy>
  <cp:revision>2</cp:revision>
  <dcterms:created xsi:type="dcterms:W3CDTF">2015-10-26T14:04:12Z</dcterms:created>
  <dcterms:modified xsi:type="dcterms:W3CDTF">2026-10-14T20:44:55Z</dcterms:modified>
</cp:coreProperties>
</file>