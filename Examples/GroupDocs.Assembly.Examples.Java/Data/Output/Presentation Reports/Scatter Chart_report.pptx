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mtClean="0"/>
              <a:t>Total Contract Prices by Months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Lit>
              <c:formatCode>General</c:formatCode>
              <c:ptCount val="6"/>
              <c:pt idx="0">
                <c:v>1</c:v>
              </c:pt>
              <c:pt idx="1">
                <c:v>4</c:v>
              </c:pt>
              <c:pt idx="2">
                <c:v>7</c:v>
              </c:pt>
              <c:pt idx="3">
                <c:v>2</c:v>
              </c:pt>
              <c:pt idx="4">
                <c:v>8</c:v>
              </c:pt>
              <c:pt idx="5">
                <c:v>5</c:v>
              </c:pt>
            </c:numLit>
          </c:xVal>
          <c:yVal>
            <c:numLit>
              <c:formatCode>General</c:formatCode>
              <c:ptCount val="6"/>
              <c:pt idx="0">
                <c:v>1200000</c:v>
              </c:pt>
              <c:pt idx="1">
                <c:v>750000</c:v>
              </c:pt>
              <c:pt idx="2">
                <c:v>450000</c:v>
              </c:pt>
              <c:pt idx="3">
                <c:v>1000000</c:v>
              </c:pt>
              <c:pt idx="4">
                <c:v>650000</c:v>
              </c:pt>
              <c:pt idx="5">
                <c:v>250000</c:v>
              </c:pt>
            </c:numLit>
          </c:y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87015144"/>
        <c:axId val="286620800"/>
      </c:scatterChart>
      <c:valAx>
        <c:axId val="2870151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86620800"/>
        <c:crosses val="autoZero"/>
        <c:crossBetween val="midCat"/>
      </c:valAx>
      <c:valAx>
        <c:axId val="286620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870151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52730190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2621039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8154018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2996017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70368103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3289698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5517205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7623124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617467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1621905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7582961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6938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63473186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3124289143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2015-10-26T14:01:28Z</dcterms:created>
  <dcterms:modified xsi:type="dcterms:W3CDTF">2026-09-26T20:56:58Z</dcterms:modified>
</cp:coreProperties>
</file>