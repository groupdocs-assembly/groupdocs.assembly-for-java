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87015144"/>
        <c:axId val="286620800"/>
      </c:scatterChart>
      <c:valAx>
        <c:axId val="2870151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6620800"/>
        <c:crosses val="autoZero"/>
        <c:crossBetween val="midCat"/>
      </c:valAx>
      <c:valAx>
        <c:axId val="286620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8701514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52730190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26210397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8154018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2996017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70368103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3289698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551720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762312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174673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1621905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7582961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08C109-901E-44F3-84EB-03A7C8C0C1D2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A3922-80DE-4701-B750-D9A20A82F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6938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63473186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312428914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2015-10-26T14:01:28Z</dcterms:created>
  <dcterms:modified xsi:type="dcterms:W3CDTF">2026-10-12T20:16:17Z</dcterms:modified>
</cp:coreProperties>
</file>