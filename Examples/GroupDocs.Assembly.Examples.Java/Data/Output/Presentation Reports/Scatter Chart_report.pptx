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charts/_rels/chart1.xml.rels>&#65279;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Relationship Id="rId2" Type="http://schemas.microsoft.com/office/2011/relationships/chartColorStyle" Target="colors1.xml" /><Relationship Id="rId3" Type="http://schemas.microsoft.com/office/2011/relationships/chartStyle" Target="style1.xml" /></Relationships>
</file>

<file path=ppt/charts/chart1.xml><?xml version="1.0" encoding="utf-8"?>
<c:chartSpace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c="http://schemas.openxmlformats.org/drawingml/20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/>
            </a:pPr>
            <a:r>
              <a:rPr lang="en-US" smtClean="0"/>
              <a:t>Total Contract Prices by Months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p>
          <a:pPr>
            <a:defRPr sz="1400" b="0" i="0" u="none" strike="noStrike" kern="1200" spc="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Contract Price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Lit>
              <c:formatCode>General</c:formatCode>
              <c:ptCount val="6"/>
              <c:pt idx="0">
                <c:v>1</c:v>
              </c:pt>
              <c:pt idx="1">
                <c:v>4</c:v>
              </c:pt>
              <c:pt idx="2">
                <c:v>7</c:v>
              </c:pt>
              <c:pt idx="3">
                <c:v>2</c:v>
              </c:pt>
              <c:pt idx="4">
                <c:v>8</c:v>
              </c:pt>
              <c:pt idx="5">
                <c:v>5</c:v>
              </c:pt>
            </c:numLit>
          </c:xVal>
          <c:yVal>
            <c:numLit>
              <c:formatCode>General</c:formatCode>
              <c:ptCount val="6"/>
              <c:pt idx="0">
                <c:v>1200000</c:v>
              </c:pt>
              <c:pt idx="1">
                <c:v>750000</c:v>
              </c:pt>
              <c:pt idx="2">
                <c:v>450000</c:v>
              </c:pt>
              <c:pt idx="3">
                <c:v>1000000</c:v>
              </c:pt>
              <c:pt idx="4">
                <c:v>650000</c:v>
              </c:pt>
              <c:pt idx="5">
                <c:v>250000</c:v>
              </c:pt>
            </c:numLit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87015144"/>
        <c:axId val="286620800"/>
      </c:scatterChart>
      <c:valAx>
        <c:axId val="287015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6620800"/>
        <c:crosses val="autoZero"/>
        <c:crossBetween val="midCat"/>
      </c:valAx>
      <c:valAx>
        <c:axId val="286620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7015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252730190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26210397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8154018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29960175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570368103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32896984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5517205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076231243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2617467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716219052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27582961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8C109-901E-44F3-84EB-03A7C8C0C1D2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A3922-80DE-4701-B750-D9A20A82F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693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chart" Target="../charts/char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36347318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312428914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2015-10-26T14:01:28Z</dcterms:created>
  <dcterms:modified xsi:type="dcterms:W3CDTF">2026-10-14T20:44:55Z</dcterms:modified>
</cp:coreProperties>
</file>