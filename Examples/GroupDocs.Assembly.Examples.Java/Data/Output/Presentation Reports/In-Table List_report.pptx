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567174918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623728981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177982523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15426117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066700314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814258242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87135810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971384736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296259525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48483482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809455444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71CE4-3C8E-472F-87F5-B90AC80782C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45D33-1367-4931-BD5C-D3CD7BF11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30313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498580288"/>
              </p:ext>
            </p:extLst>
          </p:nvPr>
        </p:nvGraphicFramePr>
        <p:xfrm>
          <a:off x="838200" y="2080898"/>
          <a:ext cx="5790565" cy="8559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5520"/>
                <a:gridCol w="2265045"/>
              </a:tblGrid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Manager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Contract Price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John Smith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2300000.0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Tony Anderson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1200000.0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July James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800000.0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Total: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4300000.0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val="1399572861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3</cp:revision>
  <dcterms:created xsi:type="dcterms:W3CDTF">2015-10-26T13:51:33Z</dcterms:created>
  <dcterms:modified xsi:type="dcterms:W3CDTF">2026-10-14T20:44:52Z</dcterms:modified>
</cp:coreProperties>
</file>