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56717491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23728981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177982523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15426117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066700314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814258242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71358102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71384736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296259525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848348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09455444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03131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498580288"/>
              </p:ext>
            </p:extLst>
          </p:nvPr>
        </p:nvGraphicFramePr>
        <p:xfrm>
          <a:off x="838200" y="2080898"/>
          <a:ext cx="5790565" cy="85598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5520"/>
                <a:gridCol w="2265045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Manager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Tony Anderson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July James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800000.0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Total: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4300000.0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1399572861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2015-10-26T13:51:33Z</dcterms:created>
  <dcterms:modified xsi:type="dcterms:W3CDTF">2026-09-25T12:41:10Z</dcterms:modified>
</cp:coreProperties>
</file>