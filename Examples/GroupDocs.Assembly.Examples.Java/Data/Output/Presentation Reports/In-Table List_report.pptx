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6717491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2372898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7798252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15426117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6670031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81425824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135810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71384736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9625952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84834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945544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03131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498580288"/>
              </p:ext>
            </p:extLst>
          </p:nvPr>
        </p:nvGraphicFramePr>
        <p:xfrm>
          <a:off x="838200" y="2080898"/>
          <a:ext cx="5790565" cy="8559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1399572861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2015-10-26T13:51:33Z</dcterms:created>
  <dcterms:modified xsi:type="dcterms:W3CDTF">2026-09-26T20:56:53Z</dcterms:modified>
</cp:coreProperties>
</file>