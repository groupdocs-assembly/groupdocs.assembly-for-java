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John Smith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 Anderson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July 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2026-09-26T20:57:05Z</dcterms:modified>
</cp:coreProperties>
</file>