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fill>
          <a:solidFill>
            <a:schemeClr val="accent1">
              <a:tint val="40000"/>
            </a:schemeClr>
          </a:solidFill>
        </a:fill>
      </a:tcStyle>
    </a:band1H>
    <a:band1V>
      <a:tcStyle>
        <a:fill>
          <a:solidFill>
            <a:schemeClr val="accent1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300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491661725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832817660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954663745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92180725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761487261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770891729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923387727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165179890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554422231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429631740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716259288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336774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Top 3 Managers</a:t>
            </a:r>
            <a:endParaRPr lang="ru-RU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val="25341032"/>
              </p:ext>
            </p:extLst>
          </p:nvPr>
        </p:nvGraphicFramePr>
        <p:xfrm>
          <a:off x="838200" y="1825625"/>
          <a:ext cx="105156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370840"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Manager</a:t>
                      </a:r>
                      <a:endParaRPr lang="ru-RU"/>
                    </a:p>
                  </a:txBody>
                  <a:tcPr/>
                </a:tc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Total Contract Price</a:t>
                      </a:r>
                      <a:endParaRPr lang="ru-RU"/>
                    </a:p>
                  </a:txBody>
                  <a:tcPr/>
                </a:tc>
              </a:tr>
              <a:tr h="370840"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John Smith</a:t>
                      </a:r>
                      <a:endParaRPr lang="ru-RU"/>
                    </a:p>
                  </a:txBody>
                  <a:tcPr/>
                </a:tc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2300000</a:t>
                      </a:r>
                      <a:endParaRPr lang="ru-RU"/>
                    </a:p>
                  </a:txBody>
                  <a:tcPr/>
                </a:tc>
              </a:tr>
              <a:tr h="370840"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Tony Anderson</a:t>
                      </a:r>
                      <a:endParaRPr lang="ru-RU"/>
                    </a:p>
                  </a:txBody>
                  <a:tcPr/>
                </a:tc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1200000</a:t>
                      </a:r>
                      <a:endParaRPr lang="ru-RU"/>
                    </a:p>
                  </a:txBody>
                  <a:tcPr/>
                </a:tc>
              </a:tr>
              <a:tr h="370840"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July James</a:t>
                      </a:r>
                      <a:endParaRPr lang="ru-RU"/>
                    </a:p>
                  </a:txBody>
                  <a:tcPr/>
                </a:tc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800000</a:t>
                      </a:r>
                      <a:endParaRPr lang="ru-RU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val="1542536344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1</Paragraphs>
  <Slides>1</Slides>
  <Notes>0</Notes>
  <TotalTime>3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Top 3 Managers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Иван</dc:creator>
  <cp:lastModifiedBy>Иван</cp:lastModifiedBy>
  <cp:revision>5</cp:revision>
  <dcterms:created xsi:type="dcterms:W3CDTF">2016-12-27T11:20:22Z</dcterms:created>
  <dcterms:modified xsi:type="dcterms:W3CDTF">2026-09-25T12:41:18Z</dcterms:modified>
</cp:coreProperties>
</file>