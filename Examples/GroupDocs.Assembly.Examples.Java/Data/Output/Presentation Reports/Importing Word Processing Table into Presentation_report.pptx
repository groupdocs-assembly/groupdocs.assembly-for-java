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Java 26.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custDataLst>
    <p:tags r:id="rId3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/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fill>
          <a:solidFill>
            <a:schemeClr val="accent1">
              <a:tint val="40000"/>
            </a:schemeClr>
          </a:solidFill>
        </a:fill>
      </a:tcStyle>
    </a:band1H>
    <a:band1V>
      <a:tcStyle>
        <a:fill>
          <a:solidFill>
            <a:schemeClr val="accent1">
              <a:tint val="40000"/>
            </a:schemeClr>
          </a:solidFill>
        </a:fill>
      </a:tcStyle>
    </a:band1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491661725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832817660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954663745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92180725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2761487261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770891729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3923387727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4165179890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554422231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429631740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716259288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1732FA-90A9-473D-9579-2595683B9CA1}" type="datetimeFigureOut">
              <a:rPr lang="ru-RU" smtClean="0"/>
              <a:t>27.12.2016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19375-3291-4EE4-9E76-AB860C5958E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val="133677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Top 3 Managers</a:t>
            </a:r>
            <a:endParaRPr lang="ru-RU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val="25341032"/>
              </p:ext>
            </p:extLst>
          </p:nvPr>
        </p:nvGraphicFramePr>
        <p:xfrm>
          <a:off x="838200" y="1825625"/>
          <a:ext cx="105156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/>
                <a:gridCol w="5257800"/>
              </a:tblGrid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Manager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Total Contract Price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John Smith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2300000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Tony Anderson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1200000</a:t>
                      </a:r>
                      <a:endParaRPr lang="ru-RU"/>
                    </a:p>
                  </a:txBody>
                  <a:tcPr/>
                </a:tc>
              </a:tr>
              <a:tr h="370840"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July James</a:t>
                      </a:r>
                      <a:endParaRPr lang="ru-RU"/>
                    </a:p>
                  </a:txBody>
                  <a:tcPr/>
                </a:tc>
                <a:tc>
                  <a:txBody>
                    <a:bodyPr vert="horz" wrap="square"/>
                    <a:lstStyle/>
                    <a:p>
                      <a:r>
                        <a:rPr lang="en-US" smtClean="0"/>
                        <a:t>800000</a:t>
                      </a:r>
                      <a:endParaRPr lang="ru-RU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val="1542536344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OS" val="Microsoft Windows NT 10.0"/>
  <p:tag name="AS_RELEASE_DATE" val="2026.02.28"/>
  <p:tag name="AS_TITLE" val="Aspose.Slides for Java"/>
  <p:tag name="AS_VERSION" val="26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Calibri Light" panose="020f03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Calibri" panose="020f0502020204030204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Widescreen</PresentationFormat>
  <Paragraphs>1</Paragraphs>
  <Slides>1</Slides>
  <Notes>0</Notes>
  <TotalTime>3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 Light</vt:lpstr>
      <vt:lpstr>Calibri</vt:lpstr>
      <vt:lpstr>Office Theme</vt:lpstr>
      <vt:lpstr>Top 3 Managers</vt:lpstr>
    </vt:vector>
  </TitlesOfParts>
  <LinksUpToDate>0</LinksUpToDate>
  <SharedDoc>0</SharedDoc>
  <HyperlinksChanged>0</HyperlinksChanged>
  <Application>Aspose.Slides for Java</Application>
  <AppVersion>26.0200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PowerPoint Presentation</dc:title>
  <dc:creator>Иван</dc:creator>
  <cp:lastModifiedBy>Иван</cp:lastModifiedBy>
  <cp:revision>5</cp:revision>
  <dcterms:created xsi:type="dcterms:W3CDTF">2016-12-27T11:20:22Z</dcterms:created>
  <dcterms:modified xsi:type="dcterms:W3CDTF">2026-10-12T20:16:20Z</dcterms:modified>
</cp:coreProperties>
</file>