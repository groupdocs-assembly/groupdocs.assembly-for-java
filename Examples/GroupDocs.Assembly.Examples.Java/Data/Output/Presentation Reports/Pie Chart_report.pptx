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charts/_rels/chart1.xml.rels>&#65279;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Relationship Id="rId2" Type="http://schemas.microsoft.com/office/2011/relationships/chartColorStyle" Target="colors1.xml" /><Relationship Id="rId3" Type="http://schemas.microsoft.com/office/2011/relationships/chartStyle" Target="style1.xml" /></Relationships>
</file>

<file path=ppt/charts/chart1.xml><?xml version="1.0" encoding="utf-8"?>
<c:chartSpace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c="http://schemas.openxmlformats.org/drawingml/20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Total Contract Price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1400" b="0" i="0" u="none" strike="noStrike" kern="1200" spc="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view3D>
      <c:rotX val="30"/>
      <c:rotY/>
      <c:rAngAx val="0"/>
    </c:view3D>
    <c:floor>
      <c:thickness val="0"/>
      <c:spPr>
        <a:noFill/>
        <a:ln>
          <a:noFill/>
        </a:ln>
        <a:effectLst/>
      </c:spPr>
    </c:floor>
    <c:sideWall>
      <c:thickness val="0"/>
      <c:spPr>
        <a:noFill/>
        <a:ln>
          <a:noFill/>
        </a:ln>
        <a:effectLst/>
      </c:spPr>
    </c:sideWall>
    <c:backWall>
      <c:thickness val="0"/>
      <c:spPr>
        <a:noFill/>
        <a:ln>
          <a:noFill/>
        </a:ln>
        <a:effectLst/>
      </c:spPr>
    </c:backWall>
    <c:plotArea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Total Contract Price</c:v>
                </c:pt>
              </c:strCache>
            </c:strRef>
          </c:tx>
          <c:spPr>
            <a:ln w="25400">
              <a:solidFill>
                <a:schemeClr val="lt1"/>
              </a:solidFill>
            </a:ln>
          </c:spPr>
          <c:dPt>
            <c:idx val="0"/>
            <c:invertIfNegative val="1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</c:spPr>
          </c:dPt>
          <c:dPt>
            <c:idx val="1"/>
            <c:invertIfNegative val="1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</c:spPr>
          </c:dPt>
          <c:dPt>
            <c:idx val="2"/>
            <c:invertIfNegative val="1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</c:spPr>
          </c:dPt>
          <c:dLbls>
            <c:spPr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/>
            <c:extLst/>
          </c:dLbls>
          <c:cat>
            <c:strLit>
              <c:ptCount val="3"/>
              <c:pt idx="0">
                <c:v>John Smith</c:v>
              </c:pt>
              <c:pt idx="1">
                <c:v>Tony Anderson</c:v>
              </c:pt>
              <c:pt idx="2">
                <c:v>July James</c:v>
              </c:pt>
            </c:strLit>
          </c:cat>
          <c:val>
            <c:numLit>
              <c:formatCode>General</c:formatCode>
              <c:ptCount val="3"/>
              <c:pt idx="0">
                <c:v>2300000</c:v>
              </c:pt>
              <c:pt idx="1">
                <c:v>1200000</c:v>
              </c:pt>
              <c:pt idx="2">
                <c:v>800000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900" b="0" i="0" u="none" strike="noStrike" kern="120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p>
      <a:pPr>
        <a:defRPr/>
      </a:pPr>
      <a:endParaRPr lang="ru-RU"/>
    </a:p>
  </c:txPr>
  <c:externalData r:id="rId1">
    <c:autoUpdate val="0"/>
  </c:externalData>
</c:chartSpace>
</file>

<file path=ppt/charts/colors1.xml><?xml version="1.0" encoding="utf-8"?>
<cs:colorStyle xmlns:a="http://schemas.openxmlformats.org/drawingml/2006/main" xmlns:cs="http://schemas.microsoft.com/office/drawing/2012/chartStyle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a="http://schemas.openxmlformats.org/drawingml/2006/main" xmlns:r="http://schemas.openxmlformats.org/officeDocument/2006/relationships" xmlns:cs="http://schemas.microsoft.com/office/drawing/2012/chartStyle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39957869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831070256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5883567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08664146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80844038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667890773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093980320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58675455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59100442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018122593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179939064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076611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chart" Target="../charts/char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1304544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val="1839850270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2015-10-26T14:00:13Z</dcterms:created>
  <dcterms:modified xsi:type="dcterms:W3CDTF">2026-09-25T12:41:14Z</dcterms:modified>
</cp:coreProperties>
</file>