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view3D>
      <c:rotX val="30"/>
      <c:rotY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25400">
              <a:solidFill>
                <a:schemeClr val="lt1"/>
              </a:solidFill>
            </a:ln>
          </c:spPr>
          <c:dPt>
            <c:idx val="0"/>
            <c:invertIfNegative val="1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</c:spPr>
          </c:dPt>
          <c:dPt>
            <c:idx val="1"/>
            <c:invertIfNegative val="1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</c:spPr>
          </c:dPt>
          <c:dPt>
            <c:idx val="2"/>
            <c:invertIfNegative val="1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</c:spPr>
          </c:dPt>
          <c:dLbls>
            <c:spPr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/>
            <c:extLst/>
          </c:dLbls>
          <c:cat>
            <c:strLit>
              <c:ptCount val="3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</c:strLit>
          </c:cat>
          <c:val>
            <c:numLit>
              <c:formatCode>General</c:formatCode>
              <c:ptCount val="3"/>
              <c:pt idx="0">
                <c:v>2300000</c:v>
              </c:pt>
              <c:pt idx="1">
                <c:v>1200000</c:v>
              </c:pt>
              <c:pt idx="2">
                <c:v>800000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3995786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3107025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5883567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8664146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8084403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6789077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9398032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5867545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591004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1812259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7993906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7661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30454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3985027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2015-10-26T14:00:13Z</dcterms:created>
  <dcterms:modified xsi:type="dcterms:W3CDTF">2026-09-26T20:56:56Z</dcterms:modified>
</cp:coreProperties>
</file>