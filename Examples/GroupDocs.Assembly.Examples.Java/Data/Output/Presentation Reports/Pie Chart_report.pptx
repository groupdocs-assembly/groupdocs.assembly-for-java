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Contract Price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30"/>
      <c:rotY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Price</c:v>
                </c:pt>
              </c:strCache>
            </c:strRef>
          </c:tx>
          <c:spPr>
            <a:ln w="25400">
              <a:solidFill>
                <a:schemeClr val="lt1"/>
              </a:solidFill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</c:spPr>
          </c:dPt>
          <c:dPt>
            <c:idx val="1"/>
            <c:invertIfNegative val="1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</c:spPr>
          </c:dPt>
          <c:dLbls>
            <c:spPr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/>
            <c:extLst/>
          </c:dLbls>
          <c:cat>
            <c:strLit>
              <c:ptCount val="3"/>
              <c:pt idx="0">
                <c:v>John Smith</c:v>
              </c:pt>
              <c:pt idx="1">
                <c:v>Tony Anderson</c:v>
              </c:pt>
              <c:pt idx="2">
                <c:v>July James</c:v>
              </c:pt>
            </c:strLit>
          </c:cat>
          <c:val>
            <c:numLit>
              <c:formatCode>General</c:formatCode>
              <c:ptCount val="3"/>
              <c:pt idx="0">
                <c:v>2300000</c:v>
              </c:pt>
              <c:pt idx="1">
                <c:v>1200000</c:v>
              </c:pt>
              <c:pt idx="2">
                <c:v>800000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39957869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31070256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5883567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08664146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80844038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667890773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9398032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58675455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59100442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01812259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7993906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CAC84-20B8-4C85-9BF7-62168D8F461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AAA08-02B1-4FCC-A11D-10F7C1287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07661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30454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83985027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2015-10-26T14:00:13Z</dcterms:created>
  <dcterms:modified xsi:type="dcterms:W3CDTF">2026-10-14T20:44:54Z</dcterms:modified>
</cp:coreProperties>
</file>