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22F4E-D271-4295-A4CC-6F23243CF2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2D8C28-1FD9-4C96-B8F7-91A1DD2BD8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A9E1E0-9E64-4CA2-9F5F-985859D9A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4290C-C059-4757-B619-A8EB0D457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46814-DF2F-44EB-BFC7-202A413C2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99062512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4B6DE-A8CE-4614-ADEF-ECB896A32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897F86-FDEF-4070-8C67-125239C51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5C056-BC66-43E0-8A57-CE47B38FC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79B53D-DB45-45AC-BB93-83EFBA161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8E844-F6E7-4B61-8F2F-8C5C847C4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045370090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5C721-7BCE-4745-9FDC-1796B113E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9242A-A6C7-4530-B20D-CED810FE3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17356-DB01-435A-B0F2-4DCF592A0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A71FD2-2506-4541-AEA8-981FB861D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26519-A4D2-4720-B185-C0BAB97FF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408269340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F4BEE-7782-481F-8D5E-36AE8A002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0EF03-B9C5-407D-8A79-ADCE252927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2C8F43-5F7B-43C8-8D73-9F2CF9F1B7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C543E-E48C-40D5-8DE9-B7FAA3CB0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8A4F6-3516-43B3-A1FC-D3F9C2068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C05314-99B1-4C27-A14D-5CE204CF1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794764141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1F85C-D1CB-4C35-82F0-15A859D2E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56DCCD-0412-47A3-8780-31ECEAB0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0D4B5F-69A4-44B7-A8DC-A103F83542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9E0987-B62D-43EB-B697-DD59B78C53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85EC11-2015-41FB-A913-D1C64673BF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CB172A-D69D-4A19-B196-940CDEED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353D07-613B-4B0E-95F9-283A4A1A4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20FBE8-44FD-48F1-A8D1-6992ACFA3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766658380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48327-5A93-4652-8DD1-1FBBCC08B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7EB76F-7462-4677-9D56-19C67BC38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A1622-ADDD-43A0-8AFA-15917854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B57FC4-F26E-40D5-9E9D-3BF765EE9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36890843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03561D-2A04-45EE-B66B-5125D3C87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142A91-4E66-4F7A-83AA-8AD8194D9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CFB08-989A-44FB-B54A-25517A9F1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719121542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DF02-C12D-403D-84EA-5CA345959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520FF-6E83-4F8A-AB4B-A5534B546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CDC6CC-2C4A-480B-8FF1-E6AEE33729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29351F-FB41-4AB8-9195-15779C2D4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C5190D-22ED-4FA5-AAB9-EADD97A6A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7DEF6F-A075-4E7A-8784-A34CC3E26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090784621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5423B-A399-4592-BE54-DFCDACF37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9F904D-D924-4659-AF5F-D8579481A2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6AA53E-D77F-4550-BF36-8D03E0312F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F34FD3-005B-4144-A3E2-3EFFF5060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46D23E-9CC4-465D-94EF-83E030091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7F13A1-8E98-4ACB-94DA-01CABD09A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33284386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8E54-909D-49D1-A248-7D7821F21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99D530-06E5-464D-AA30-48E314E63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FF9A20-F2C0-4350-8C76-832357BD4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39E67-1EF9-489A-8D35-0946D64D9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F5012-79FA-4173-815F-C909B830B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594655436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959631-89B4-4766-BC82-F43E3C4000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0E520D-52ED-45CA-8715-4071D90F27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D560DC-FDEC-46C5-AF63-E9ED34E0C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76519-78C1-481E-9B05-5D5AF6660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AB16A-789B-4AF5-B9E2-4B9BDF66E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007411074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659F27-2DF6-4E0C-9C06-23DBD40D8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C62E7A-2F50-4888-9EE8-1EB037327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3CABE-59EA-4340-BA30-A5B00C1B9E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C1986C-C449-4B77-8A97-FCCABA5B37AC}" type="datetimeFigureOut">
              <a:rPr lang="en-GB" smtClean="0"/>
              <a:t>09/08/2018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4D180-C20E-4034-A12E-70DEAB6E31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35FD4A-0397-4FFA-B3B9-2142AF475B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01A870-4087-471C-9509-25E9E84DEA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571705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hyperlink" Target="https://www.groupdocs.com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995EE-5633-4210-9F19-7E559E55DD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GroupDocs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DB6AD1-97A0-4A09-8EFC-046837BFEA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>
                <a:hlinkClick r:id="rId2"/>
              </a:rPr>
              <a:t>GroupDocs</a:t>
            </a:r>
            <a:r>
              <a:rPr lang="en-GB"/>
              <a:t> provides Document Manipulation APIs to view, convert, annotate, compare, sign, assemble and search documents in your applications.</a:t>
            </a:r>
          </a:p>
          <a:p>
            <a:endParaRPr lang="en-GB"/>
          </a:p>
        </p:txBody>
      </p:sp>
    </p:spTree>
    <p:extLst>
      <p:ext uri="{BB962C8B-B14F-4D97-AF65-F5344CB8AC3E}">
        <p14:creationId val="2025104868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2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GroupDocs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GroupDocs</dc:title>
  <dc:creator>Ali Ahmed sahi</dc:creator>
  <cp:lastModifiedBy>Ali Ahmed sahi</cp:lastModifiedBy>
  <cp:revision>1</cp:revision>
  <dcterms:created xsi:type="dcterms:W3CDTF">2018-08-09T08:49:15Z</dcterms:created>
  <dcterms:modified xsi:type="dcterms:W3CDTF">2026-09-26T20:57:17Z</dcterms:modified>
</cp:coreProperties>
</file>