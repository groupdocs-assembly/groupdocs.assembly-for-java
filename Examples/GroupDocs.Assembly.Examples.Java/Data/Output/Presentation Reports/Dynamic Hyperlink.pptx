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Java 26.2-->
<p:presentation xmlns:r="http://schemas.openxmlformats.org/officeDocument/2006/relationships" xmlns:a="http://schemas.openxmlformats.org/drawingml/2006/main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7" d="100"/>
          <a:sy n="87" d="100"/>
        </p:scale>
        <p:origin x="528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2008" cy="72008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slide" Target="slides/slide1.xml" /><Relationship Id="rId3" Type="http://schemas.openxmlformats.org/officeDocument/2006/relationships/tags" Target="tags/tag1.xml" /><Relationship Id="rId4" Type="http://schemas.openxmlformats.org/officeDocument/2006/relationships/presProps" Target="presProps.xml" /><Relationship Id="rId5" Type="http://schemas.openxmlformats.org/officeDocument/2006/relationships/viewProps" Target="viewProps.xml" /><Relationship Id="rId6" Type="http://schemas.openxmlformats.org/officeDocument/2006/relationships/theme" Target="theme/theme1.xml" /><Relationship Id="rId7" Type="http://schemas.openxmlformats.org/officeDocument/2006/relationships/tableStyles" Target="tableStyles.xml" /></Relationship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622F4E-D271-4295-A4CC-6F23243CF2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12D8C28-1FD9-4C96-B8F7-91A1DD2BD8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A9E1E0-9E64-4CA2-9F5F-985859D9A5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C1986C-C449-4B77-8A97-FCCABA5B37AC}" type="datetimeFigureOut">
              <a:rPr lang="en-GB" smtClean="0"/>
              <a:t>09/08/2018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A4290C-C059-4757-B619-A8EB0D457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346814-DF2F-44EB-BFC7-202A413C21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1A870-4087-471C-9509-25E9E84DEA9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499062512"/>
      </p:ext>
    </p:extLst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04B6DE-A8CE-4614-ADEF-ECB896A32E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897F86-FDEF-4070-8C67-125239C514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A5C056-BC66-43E0-8A57-CE47B38FCA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C1986C-C449-4B77-8A97-FCCABA5B37AC}" type="datetimeFigureOut">
              <a:rPr lang="en-GB" smtClean="0"/>
              <a:t>09/08/2018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79B53D-DB45-45AC-BB93-83EFBA1615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88E844-F6E7-4B61-8F2F-8C5C847C4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1A870-4087-471C-9509-25E9E84DEA9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4045370090"/>
      </p:ext>
    </p:extLst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85C721-7BCE-4745-9FDC-1796B113ED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79242A-A6C7-4530-B20D-CED810FE32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717356-DB01-435A-B0F2-4DCF592A04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C1986C-C449-4B77-8A97-FCCABA5B37AC}" type="datetimeFigureOut">
              <a:rPr lang="en-GB" smtClean="0"/>
              <a:t>09/08/2018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A71FD2-2506-4541-AEA8-981FB861D3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126519-A4D2-4720-B185-C0BAB97FF0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1A870-4087-471C-9509-25E9E84DEA9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2408269340"/>
      </p:ext>
    </p:extLst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6F4BEE-7782-481F-8D5E-36AE8A0028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A0EF03-B9C5-407D-8A79-ADCE252927C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A2C8F43-5F7B-43C8-8D73-9F2CF9F1B7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1C543E-E48C-40D5-8DE9-B7FAA3CB0C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C1986C-C449-4B77-8A97-FCCABA5B37AC}" type="datetimeFigureOut">
              <a:rPr lang="en-GB" smtClean="0"/>
              <a:t>09/08/2018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78A4F6-3516-43B3-A1FC-D3F9C20687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C05314-99B1-4C27-A14D-5CE204CF1B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1A870-4087-471C-9509-25E9E84DEA9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2794764141"/>
      </p:ext>
    </p:extLst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81F85C-D1CB-4C35-82F0-15A859D2E8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356DCCD-0412-47A3-8780-31ECEAB0EE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0D4B5F-69A4-44B7-A8DC-A103F83542D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49E0987-B62D-43EB-B697-DD59B78C534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085EC11-2015-41FB-A913-D1C64673BF7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0CB172A-D69D-4A19-B196-940CDEEDFB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C1986C-C449-4B77-8A97-FCCABA5B37AC}" type="datetimeFigureOut">
              <a:rPr lang="en-GB" smtClean="0"/>
              <a:t>09/08/2018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A353D07-613B-4B0E-95F9-283A4A1A4F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620FBE8-44FD-48F1-A8D1-6992ACFA39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1A870-4087-471C-9509-25E9E84DEA9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3766658380"/>
      </p:ext>
    </p:extLst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848327-5A93-4652-8DD1-1FBBCC08B2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27EB76F-7462-4677-9D56-19C67BC38C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C1986C-C449-4B77-8A97-FCCABA5B37AC}" type="datetimeFigureOut">
              <a:rPr lang="en-GB" smtClean="0"/>
              <a:t>09/08/2018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4BA1622-ADDD-43A0-8AFA-159178546C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B57FC4-F26E-40D5-9E9D-3BF765EE9F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1A870-4087-471C-9509-25E9E84DEA9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3368908432"/>
      </p:ext>
    </p:extLst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703561D-2A04-45EE-B66B-5125D3C875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C1986C-C449-4B77-8A97-FCCABA5B37AC}" type="datetimeFigureOut">
              <a:rPr lang="en-GB" smtClean="0"/>
              <a:t>09/08/2018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9142A91-4E66-4F7A-83AA-8AD8194D9F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ACFB08-989A-44FB-B54A-25517A9F1F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1A870-4087-471C-9509-25E9E84DEA9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2719121542"/>
      </p:ext>
    </p:extLst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DBDF02-C12D-403D-84EA-5CA345959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4520FF-6E83-4F8A-AB4B-A5534B5464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CDC6CC-2C4A-480B-8FF1-E6AEE337296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29351F-FB41-4AB8-9195-15779C2D40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C1986C-C449-4B77-8A97-FCCABA5B37AC}" type="datetimeFigureOut">
              <a:rPr lang="en-GB" smtClean="0"/>
              <a:t>09/08/2018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C5190D-22ED-4FA5-AAB9-EADD97A6A0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7DEF6F-A075-4E7A-8784-A34CC3E264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1A870-4087-471C-9509-25E9E84DEA9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3090784621"/>
      </p:ext>
    </p:extLst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25423B-A399-4592-BE54-DFCDACF378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9F904D-D924-4659-AF5F-D8579481A29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6AA53E-D77F-4550-BF36-8D03E0312F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F34FD3-005B-4144-A3E2-3EFFF5060E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C1986C-C449-4B77-8A97-FCCABA5B37AC}" type="datetimeFigureOut">
              <a:rPr lang="en-GB" smtClean="0"/>
              <a:t>09/08/2018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46D23E-9CC4-465D-94EF-83E0300915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7F13A1-8E98-4ACB-94DA-01CABD09AE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1A870-4087-471C-9509-25E9E84DEA9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2332843868"/>
      </p:ext>
    </p:extLst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948E54-909D-49D1-A248-7D7821F211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399D530-06E5-464D-AA30-48E314E639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FF9A20-F2C0-4350-8C76-832357BD44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C1986C-C449-4B77-8A97-FCCABA5B37AC}" type="datetimeFigureOut">
              <a:rPr lang="en-GB" smtClean="0"/>
              <a:t>09/08/2018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939E67-1EF9-489A-8D35-0946D64D91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4F5012-79FA-4173-815F-C909B830BA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1A870-4087-471C-9509-25E9E84DEA9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3594655436"/>
      </p:ext>
    </p:extLst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8959631-89B4-4766-BC82-F43E3C4000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0E520D-52ED-45CA-8715-4071D90F27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D560DC-FDEC-46C5-AF63-E9ED34E0C3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C1986C-C449-4B77-8A97-FCCABA5B37AC}" type="datetimeFigureOut">
              <a:rPr lang="en-GB" smtClean="0"/>
              <a:t>09/08/2018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476519-78C1-481E-9B05-5D5AF6660F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6AB16A-789B-4AF5-B9E2-4B9BDF66ED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1A870-4087-471C-9509-25E9E84DEA9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3007411074"/>
      </p:ext>
    </p:extLst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5659F27-2DF6-4E0C-9C06-23DBD40D8A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C62E7A-2F50-4888-9EE8-1EB0373274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33CABE-59EA-4340-BA30-A5B00C1B9E6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C1986C-C449-4B77-8A97-FCCABA5B37AC}" type="datetimeFigureOut">
              <a:rPr lang="en-GB" smtClean="0"/>
              <a:t>09/08/2018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D4D180-C20E-4034-A12E-70DEAB6E315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35FD4A-0397-4FFA-B3B9-2142AF475B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01A870-4087-471C-9509-25E9E84DEA9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35717058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2" Type="http://schemas.openxmlformats.org/officeDocument/2006/relationships/hyperlink" Target="https://www.groupdocs.com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7995EE-5633-4210-9F19-7E559E55DDC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/>
              <a:t>GroupDocs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6DB6AD1-97A0-4A09-8EFC-046837BFEA0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GB">
                <a:hlinkClick r:id="rId2"/>
              </a:rPr>
              <a:t>GroupDocs</a:t>
            </a:r>
            <a:r>
              <a:rPr lang="en-GB"/>
              <a:t> provides Document Manipulation APIs to view, convert, annotate, compare, sign, assemble and search documents in your applications.</a:t>
            </a:r>
          </a:p>
          <a:p>
            <a:endParaRPr lang="en-GB"/>
          </a:p>
        </p:txBody>
      </p:sp>
    </p:spTree>
    <p:extLst>
      <p:ext uri="{BB962C8B-B14F-4D97-AF65-F5344CB8AC3E}">
        <p14:creationId val="2025104868"/>
      </p:ext>
    </p:extLst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OS" val="Microsoft Windows NT 10.0"/>
  <p:tag name="AS_RELEASE_DATE" val="2026.02.28"/>
  <p:tag name="AS_TITLE" val="Aspose.Slides for Java"/>
  <p:tag name="AS_VERSION" val="26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Calibri Light" panose="020f0302020204030204"/>
        <a:cs typeface="Arial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Calibri" panose="020f0502020204030204"/>
        <a:cs typeface="Arial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Widescreen</PresentationFormat>
  <Paragraphs>2</Paragraphs>
  <Slides>1</Slides>
  <Notes>0</Notes>
  <TotalTime>0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 Light</vt:lpstr>
      <vt:lpstr>Calibri</vt:lpstr>
      <vt:lpstr>Office Theme</vt:lpstr>
      <vt:lpstr>GroupDocs</vt:lpstr>
    </vt:vector>
  </TitlesOfParts>
  <LinksUpToDate>0</LinksUpToDate>
  <SharedDoc>0</SharedDoc>
  <HyperlinksChanged>0</HyperlinksChanged>
  <Application>Aspose.Slides for Java</Application>
  <AppVersion>26.0200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dc:title>GroupDocs</dc:title>
  <dc:creator>Ali Ahmed sahi</dc:creator>
  <cp:lastModifiedBy>Ali Ahmed sahi</cp:lastModifiedBy>
  <cp:revision>1</cp:revision>
  <dcterms:created xsi:type="dcterms:W3CDTF">2018-08-09T08:49:15Z</dcterms:created>
  <dcterms:modified xsi:type="dcterms:W3CDTF">2026-10-14T20:45:01Z</dcterms:modified>
</cp:coreProperties>
</file>