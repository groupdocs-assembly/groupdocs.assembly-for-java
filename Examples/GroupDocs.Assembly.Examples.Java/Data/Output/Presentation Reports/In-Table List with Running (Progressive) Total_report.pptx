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Java 26.2-->
<p:presentation xmlns:r="http://schemas.openxmlformats.org/officeDocument/2006/relationships" xmlns:a="http://schemas.openxmlformats.org/drawingml/2006/main" xmlns:p="http://schemas.openxmlformats.org/presentationml/2006/main" saveSubsetFonts="1">
  <p:sldMasterIdLst>
    <p:sldMasterId id="2147483648" r:id="rId1"/>
  </p:sldMasterIdLst>
  <p:sldIdLst>
    <p:sldId id="257" r:id="rId2"/>
  </p:sldIdLst>
  <p:sldSz cx="12192000" cy="6858000"/>
  <p:notesSz cx="6858000" cy="9144000"/>
  <p:custDataLst>
    <p:tags r:id="rId3"/>
  </p:custData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fill>
          <a:solidFill>
            <a:schemeClr val="accent1">
              <a:tint val="40000"/>
            </a:schemeClr>
          </a:solidFill>
        </a:fill>
      </a:tcStyle>
    </a:band1H>
    <a:band1V>
      <a:tcStyle>
        <a:fill>
          <a:solidFill>
            <a:schemeClr val="accent1">
              <a:tint val="40000"/>
            </a:schemeClr>
          </a:solidFill>
        </a:fill>
      </a:tcStyle>
    </a:band1V>
    <a:lastCol>
      <a:tcTxStyle b="on">
        <a:fontRef idx="minor">
          <a:prstClr val="black"/>
        </a:fontRef>
        <a:schemeClr val="lt1"/>
      </a:tcTxStyle>
      <a:tcStyle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76" d="100"/>
          <a:sy n="76" d="100"/>
        </p:scale>
        <p:origin x="-516" y="-14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>
        <p:scale>
          <a:sx n="1" d="100"/>
          <a:sy n="1" d="100"/>
        </p:scale>
        <p:origin x="0" y="0"/>
      </p:cViewPr>
      <p:guideLst/>
    </p:cSldViewPr>
  </p:notesViewPr>
  <p:gridSpacing cx="72008" cy="72008"/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2" Type="http://schemas.openxmlformats.org/officeDocument/2006/relationships/slide" Target="slides/slide1.xml" /><Relationship Id="rId3" Type="http://schemas.openxmlformats.org/officeDocument/2006/relationships/tags" Target="tags/tag1.xml" /><Relationship Id="rId4" Type="http://schemas.openxmlformats.org/officeDocument/2006/relationships/presProps" Target="presProps.xml" /><Relationship Id="rId5" Type="http://schemas.openxmlformats.org/officeDocument/2006/relationships/viewProps" Target="viewProps.xml" /><Relationship Id="rId6" Type="http://schemas.openxmlformats.org/officeDocument/2006/relationships/theme" Target="theme/theme1.xml" /><Relationship Id="rId7" Type="http://schemas.openxmlformats.org/officeDocument/2006/relationships/tableStyles" Target="tableStyles.xml" /></Relationship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AFF7D8-1D07-4DCA-958C-C27DA9B8373C}" type="datetimeFigureOut">
              <a:rPr lang="ru-RU" smtClean="0"/>
              <a:t>26.05.2017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7CF3F2-0F6C-4344-AE5C-4E67A07A4F6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338649783"/>
      </p:ext>
    </p:extLst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AFF7D8-1D07-4DCA-958C-C27DA9B8373C}" type="datetimeFigureOut">
              <a:rPr lang="ru-RU" smtClean="0"/>
              <a:t>26.05.2017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7CF3F2-0F6C-4344-AE5C-4E67A07A4F6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343782097"/>
      </p:ext>
    </p:extLst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AFF7D8-1D07-4DCA-958C-C27DA9B8373C}" type="datetimeFigureOut">
              <a:rPr lang="ru-RU" smtClean="0"/>
              <a:t>26.05.2017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7CF3F2-0F6C-4344-AE5C-4E67A07A4F6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025145544"/>
      </p:ext>
    </p:extLst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AFF7D8-1D07-4DCA-958C-C27DA9B8373C}" type="datetimeFigureOut">
              <a:rPr lang="ru-RU" smtClean="0"/>
              <a:t>26.05.2017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7CF3F2-0F6C-4344-AE5C-4E67A07A4F6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407497110"/>
      </p:ext>
    </p:extLst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AFF7D8-1D07-4DCA-958C-C27DA9B8373C}" type="datetimeFigureOut">
              <a:rPr lang="ru-RU" smtClean="0"/>
              <a:t>26.05.2017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7CF3F2-0F6C-4344-AE5C-4E67A07A4F6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944995242"/>
      </p:ext>
    </p:extLst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AFF7D8-1D07-4DCA-958C-C27DA9B8373C}" type="datetimeFigureOut">
              <a:rPr lang="ru-RU" smtClean="0"/>
              <a:t>26.05.2017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7CF3F2-0F6C-4344-AE5C-4E67A07A4F6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697654687"/>
      </p:ext>
    </p:extLst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AFF7D8-1D07-4DCA-958C-C27DA9B8373C}" type="datetimeFigureOut">
              <a:rPr lang="ru-RU" smtClean="0"/>
              <a:t>26.05.2017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7CF3F2-0F6C-4344-AE5C-4E67A07A4F6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768875936"/>
      </p:ext>
    </p:extLst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AFF7D8-1D07-4DCA-958C-C27DA9B8373C}" type="datetimeFigureOut">
              <a:rPr lang="ru-RU" smtClean="0"/>
              <a:t>26.05.2017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7CF3F2-0F6C-4344-AE5C-4E67A07A4F6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686163162"/>
      </p:ext>
    </p:extLst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AFF7D8-1D07-4DCA-958C-C27DA9B8373C}" type="datetimeFigureOut">
              <a:rPr lang="ru-RU" smtClean="0"/>
              <a:t>26.05.2017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7CF3F2-0F6C-4344-AE5C-4E67A07A4F6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914212984"/>
      </p:ext>
    </p:extLst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AFF7D8-1D07-4DCA-958C-C27DA9B8373C}" type="datetimeFigureOut">
              <a:rPr lang="ru-RU" smtClean="0"/>
              <a:t>26.05.2017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7CF3F2-0F6C-4344-AE5C-4E67A07A4F6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579016664"/>
      </p:ext>
    </p:extLst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AFF7D8-1D07-4DCA-958C-C27DA9B8373C}" type="datetimeFigureOut">
              <a:rPr lang="ru-RU" smtClean="0"/>
              <a:t>26.05.2017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7CF3F2-0F6C-4344-AE5C-4E67A07A4F6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16104185"/>
      </p:ext>
    </p:extLst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8AFF7D8-1D07-4DCA-958C-C27DA9B8373C}" type="datetimeFigureOut">
              <a:rPr lang="ru-RU" smtClean="0"/>
              <a:t>26.05.2017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A7CF3F2-0F6C-4344-AE5C-4E67A07A4F6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3434846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val="1339617754"/>
              </p:ext>
            </p:extLst>
          </p:nvPr>
        </p:nvGraphicFramePr>
        <p:xfrm>
          <a:off x="838200" y="1825625"/>
          <a:ext cx="6846870" cy="11637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23435"/>
                <a:gridCol w="3423435"/>
              </a:tblGrid>
              <a:tr h="232756"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Client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b="1" smtClean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Total Contract Price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</a:tr>
              <a:tr h="232756"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b="1" smtClean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Jane Doe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170.0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</a:tr>
              <a:tr h="232756"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b="1" smtClean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John Smith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650.0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</a:tr>
              <a:tr h="232756"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b="1" smtClean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John Smith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1050.0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</a:tr>
              <a:tr h="232756"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b="1" smtClean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John Smith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1370.0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</a:tr>
            </a:tbl>
          </a:graphicData>
        </a:graphic>
      </p:graphicFrame>
    </p:spTree>
    <p:extLst>
      <p:ext uri="{BB962C8B-B14F-4D97-AF65-F5344CB8AC3E}">
        <p14:creationId val="2609806544"/>
      </p:ext>
    </p:extLst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OS" val="Microsoft Windows NT 10.0"/>
  <p:tag name="AS_RELEASE_DATE" val="2026.02.28"/>
  <p:tag name="AS_TITLE" val="Aspose.Slides for Java"/>
  <p:tag name="AS_VERSION" val="26.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Calibri Light" panose="020f0302020204030204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Calibri" panose="020f0502020204030204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Custom</PresentationFormat>
  <Paragraphs>0</Paragraphs>
  <Slides>1</Slides>
  <Notes>0</Notes>
  <TotalTime>12</TotalTime>
  <HiddenSlides>0</HiddenSlides>
  <MMClips>0</MMClips>
  <ScaleCrop>0</ScaleCrop>
  <HeadingPairs>
    <vt:vector baseType="variant" size="6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5">
      <vt:lpstr>Arial</vt:lpstr>
      <vt:lpstr>Calibri Light</vt:lpstr>
      <vt:lpstr>Calibri</vt:lpstr>
      <vt:lpstr>Office Theme</vt:lpstr>
      <vt:lpstr>PowerPoint Presentation</vt:lpstr>
    </vt:vector>
  </TitlesOfParts>
  <LinksUpToDate>0</LinksUpToDate>
  <SharedDoc>0</SharedDoc>
  <HyperlinksChanged>0</HyperlinksChanged>
  <Application>Aspose.Slides for Java</Application>
  <AppVersion>26.0200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dc:title>PowerPoint Presentation</dc:title>
  <dc:creator>Иван</dc:creator>
  <cp:lastModifiedBy>User</cp:lastModifiedBy>
  <cp:revision>3</cp:revision>
  <dcterms:created xsi:type="dcterms:W3CDTF">2017-05-16T13:10:12Z</dcterms:created>
  <dcterms:modified xsi:type="dcterms:W3CDTF">2026-10-12T20:16:33Z</dcterms:modified>
</cp:coreProperties>
</file>