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516" y="-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338649783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343782097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025145544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407497110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944995242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697654687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768875936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68616316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914212984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579016664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16104185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FF7D8-1D07-4DCA-958C-C27DA9B8373C}" type="datetimeFigureOut">
              <a:rPr lang="ru-RU" smtClean="0"/>
              <a:t>26.05.2017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CF3F2-0F6C-4344-AE5C-4E67A07A4F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34348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1339617754"/>
              </p:ext>
            </p:extLst>
          </p:nvPr>
        </p:nvGraphicFramePr>
        <p:xfrm>
          <a:off x="838200" y="1825625"/>
          <a:ext cx="6846870" cy="116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3435"/>
                <a:gridCol w="3423435"/>
              </a:tblGrid>
              <a:tr h="232756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Client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b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Total Contract Price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232756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b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Jane Doe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232756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b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John Smith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232756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b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John Smith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1050.0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232756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b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John Smith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1370.0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val="2609806544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Custom</PresentationFormat>
  <Paragraphs>0</Paragraphs>
  <Slides>1</Slides>
  <Notes>0</Notes>
  <TotalTime>12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User</cp:lastModifiedBy>
  <cp:revision>3</cp:revision>
  <dcterms:created xsi:type="dcterms:W3CDTF">2017-05-16T13:10:12Z</dcterms:created>
  <dcterms:modified xsi:type="dcterms:W3CDTF">2026-10-14T20:45:09Z</dcterms:modified>
</cp:coreProperties>
</file>