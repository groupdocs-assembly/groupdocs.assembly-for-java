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04ABB-59C7-4096-AFAD-B8FC93A4FA2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75A8-9B60-42DF-B93A-FD2C23167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769600278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04ABB-59C7-4096-AFAD-B8FC93A4FA2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75A8-9B60-42DF-B93A-FD2C23167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623671017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04ABB-59C7-4096-AFAD-B8FC93A4FA2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75A8-9B60-42DF-B93A-FD2C23167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5757934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04ABB-59C7-4096-AFAD-B8FC93A4FA2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75A8-9B60-42DF-B93A-FD2C23167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928137712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04ABB-59C7-4096-AFAD-B8FC93A4FA2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75A8-9B60-42DF-B93A-FD2C23167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133633951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04ABB-59C7-4096-AFAD-B8FC93A4FA2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75A8-9B60-42DF-B93A-FD2C23167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493458913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04ABB-59C7-4096-AFAD-B8FC93A4FA2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75A8-9B60-42DF-B93A-FD2C23167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513106756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04ABB-59C7-4096-AFAD-B8FC93A4FA2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75A8-9B60-42DF-B93A-FD2C23167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524734839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04ABB-59C7-4096-AFAD-B8FC93A4FA2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75A8-9B60-42DF-B93A-FD2C23167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787971781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04ABB-59C7-4096-AFAD-B8FC93A4FA2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75A8-9B60-42DF-B93A-FD2C23167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70270882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04ABB-59C7-4096-AFAD-B8FC93A4FA2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75A8-9B60-42DF-B93A-FD2C23167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56642527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304ABB-59C7-4096-AFAD-B8FC93A4FA2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175A8-9B60-42DF-B93A-FD2C23167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1751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7500" lnSpcReduction="20000"/>
          </a:bodyPr>
          <a:lstStyle/>
          <a:p>
            <a:pPr marL="0" indent="0">
              <a:buNone/>
            </a:pPr>
            <a:r>
              <a:rPr lang="en-US"/>
              <a:t>We provide support for the following clients:</a:t>
            </a:r>
            <a:endParaRPr lang="ru-RU"/>
          </a:p>
          <a:p>
            <a:pPr marL="514350" lvl="0" indent="-514350">
              <a:buFont typeface="+mj-lt"/>
              <a:buAutoNum type="arabicPeriod"/>
            </a:pPr>
            <a:r>
              <a:rPr lang="en-US" smtClean="0"/>
              <a:t>A Company</a:t>
            </a:r>
            <a:endParaRPr lang="ru-RU"/>
          </a:p>
          <a:p>
            <a:pPr marL="514350" lvl="0" indent="-514350">
              <a:buFont typeface="+mj-lt"/>
              <a:buAutoNum type="arabicPeriod"/>
            </a:pPr>
            <a:r>
              <a:rPr lang="en-US" smtClean="0"/>
              <a:t>B Ltd.</a:t>
            </a:r>
            <a:endParaRPr lang="ru-RU"/>
          </a:p>
          <a:p>
            <a:pPr marL="514350" lvl="0" indent="-514350">
              <a:buFont typeface="+mj-lt"/>
              <a:buAutoNum type="arabicPeriod"/>
            </a:pPr>
            <a:r>
              <a:rPr lang="en-US" smtClean="0"/>
              <a:t>C &amp; D</a:t>
            </a:r>
            <a:endParaRPr lang="ru-RU"/>
          </a:p>
          <a:p>
            <a:pPr marL="514350" lvl="0" indent="-514350">
              <a:buFont typeface="+mj-lt"/>
              <a:buAutoNum type="arabicPeriod"/>
            </a:pPr>
            <a:r>
              <a:rPr lang="en-US" smtClean="0"/>
              <a:t>E Corp.</a:t>
            </a:r>
            <a:endParaRPr lang="ru-RU"/>
          </a:p>
          <a:p>
            <a:pPr marL="514350" lvl="0" indent="-514350">
              <a:buFont typeface="+mj-lt"/>
              <a:buAutoNum type="arabicPeriod"/>
            </a:pPr>
            <a:r>
              <a:rPr lang="en-US" smtClean="0"/>
              <a:t>F &amp; Partners</a:t>
            </a:r>
            <a:endParaRPr lang="ru-RU"/>
          </a:p>
          <a:p>
            <a:pPr marL="514350" lvl="0" indent="-514350">
              <a:buFont typeface="+mj-lt"/>
              <a:buAutoNum type="arabicPeriod"/>
            </a:pPr>
            <a:r>
              <a:rPr lang="en-US" smtClean="0"/>
              <a:t>G &amp; Co.</a:t>
            </a:r>
            <a:endParaRPr lang="ru-RU"/>
          </a:p>
          <a:p>
            <a:pPr marL="514350" lvl="0" indent="-514350">
              <a:buFont typeface="+mj-lt"/>
              <a:buAutoNum type="arabicPeriod"/>
            </a:pPr>
            <a:r>
              <a:rPr lang="en-US" smtClean="0"/>
              <a:t>H Group</a:t>
            </a:r>
            <a:endParaRPr lang="ru-RU"/>
          </a:p>
          <a:p>
            <a:pPr marL="514350" lvl="0" indent="-514350">
              <a:buFont typeface="+mj-lt"/>
              <a:buAutoNum type="arabicPeriod"/>
            </a:pPr>
            <a:r>
              <a:rPr lang="en-US" smtClean="0"/>
              <a:t>I &amp; Sons</a:t>
            </a:r>
            <a:endParaRPr lang="ru-RU"/>
          </a:p>
          <a:p>
            <a:pPr marL="514350" lvl="0" indent="-514350">
              <a:buFont typeface="+mj-lt"/>
              <a:buAutoNum type="arabicPeriod"/>
            </a:pPr>
            <a:r>
              <a:rPr lang="en-US" smtClean="0"/>
              <a:t>J Ent.</a:t>
            </a:r>
            <a:endParaRPr lang="ru-RU"/>
          </a:p>
          <a:p>
            <a:pPr marL="0" indent="0">
              <a:buNone/>
            </a:pP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val="3807316652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10</Paragraphs>
  <Slides>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Иван</cp:lastModifiedBy>
  <cp:revision>3</cp:revision>
  <dcterms:created xsi:type="dcterms:W3CDTF">2015-10-26T13:59:28Z</dcterms:created>
  <dcterms:modified xsi:type="dcterms:W3CDTF">2026-10-14T20:44:53Z</dcterms:modified>
</cp:coreProperties>
</file>