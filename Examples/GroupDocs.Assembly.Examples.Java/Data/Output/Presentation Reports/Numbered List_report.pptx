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6960027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2367101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757934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81377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363395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9345891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310675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2473483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8797178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27088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664252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7517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B Ltd.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E Corp.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G &amp; Co.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I &amp; Sons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3807316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2015-10-26T13:59:28Z</dcterms:created>
  <dcterms:modified xsi:type="dcterms:W3CDTF">2026-10-12T20:16:15Z</dcterms:modified>
</cp:coreProperties>
</file>