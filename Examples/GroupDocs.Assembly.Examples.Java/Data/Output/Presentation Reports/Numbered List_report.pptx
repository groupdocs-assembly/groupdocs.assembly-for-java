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769600278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623671017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5757934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928137712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133633951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493458913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513106756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524734839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787971781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70270882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56642527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175177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7500" lnSpcReduction="20000"/>
          </a:bodyPr>
          <a:lstStyle/>
          <a:p>
            <a:pPr marL="0" indent="0">
              <a:buNone/>
            </a:pPr>
            <a:r>
              <a:rPr lang="en-US"/>
              <a:t>We provide support for the following clients: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A Company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B Ltd.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C &amp; D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E Corp.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F &amp; Partners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G &amp; Co.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H Group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I &amp; Sons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J Ent.</a:t>
            </a:r>
            <a:endParaRPr lang="ru-RU"/>
          </a:p>
          <a:p>
            <a:pPr marL="0" indent="0">
              <a:buNone/>
            </a:pPr>
            <a:endParaRPr lang="ru-RU"/>
          </a:p>
          <a:p>
            <a:pPr marL="0" indent="0">
              <a:buNone/>
            </a:pPr>
            <a:endParaRPr lang="ru-RU"/>
          </a:p>
        </p:txBody>
      </p:sp>
    </p:spTree>
    <p:extLst>
      <p:ext uri="{BB962C8B-B14F-4D97-AF65-F5344CB8AC3E}">
        <p14:creationId val="3807316652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10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3</cp:revision>
  <dcterms:created xsi:type="dcterms:W3CDTF">2015-10-26T13:59:28Z</dcterms:created>
  <dcterms:modified xsi:type="dcterms:W3CDTF">2026-09-26T20:56:55Z</dcterms:modified>
</cp:coreProperties>
</file>