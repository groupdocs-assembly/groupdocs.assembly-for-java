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Java 26.2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custDataLst>
    <p:tags r:id="rId3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6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9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tags" Target="tags/tag1.xml" /><Relationship Id="rId4" Type="http://schemas.openxmlformats.org/officeDocument/2006/relationships/presProps" Target="presProps.xml" /><Relationship Id="rId5" Type="http://schemas.openxmlformats.org/officeDocument/2006/relationships/viewProps" Target="viewProps.xml" /><Relationship Id="rId6" Type="http://schemas.openxmlformats.org/officeDocument/2006/relationships/theme" Target="theme/theme1.xml" /><Relationship Id="rId7" Type="http://schemas.openxmlformats.org/officeDocument/2006/relationships/tableStyles" Target="tableStyles.xml" /></Relationship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50FBB5-CC32-4922-8B75-0A8C99086D2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1EDE5A-F6FF-4572-BC33-77AF789E87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778039892"/>
      </p:ext>
    </p:extLst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50FBB5-CC32-4922-8B75-0A8C99086D2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1EDE5A-F6FF-4572-BC33-77AF789E87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132483679"/>
      </p:ext>
    </p:extLst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50FBB5-CC32-4922-8B75-0A8C99086D2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1EDE5A-F6FF-4572-BC33-77AF789E87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887652505"/>
      </p:ext>
    </p:extLst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50FBB5-CC32-4922-8B75-0A8C99086D2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1EDE5A-F6FF-4572-BC33-77AF789E87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460509688"/>
      </p:ext>
    </p:extLst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50FBB5-CC32-4922-8B75-0A8C99086D2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1EDE5A-F6FF-4572-BC33-77AF789E87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194579336"/>
      </p:ext>
    </p:extLst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50FBB5-CC32-4922-8B75-0A8C99086D2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1EDE5A-F6FF-4572-BC33-77AF789E87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814686784"/>
      </p:ext>
    </p:extLst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50FBB5-CC32-4922-8B75-0A8C99086D2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1EDE5A-F6FF-4572-BC33-77AF789E87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637144227"/>
      </p:ext>
    </p:extLst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50FBB5-CC32-4922-8B75-0A8C99086D2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1EDE5A-F6FF-4572-BC33-77AF789E87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436883964"/>
      </p:ext>
    </p:extLst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50FBB5-CC32-4922-8B75-0A8C99086D2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1EDE5A-F6FF-4572-BC33-77AF789E87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4234595933"/>
      </p:ext>
    </p:extLst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50FBB5-CC32-4922-8B75-0A8C99086D2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1EDE5A-F6FF-4572-BC33-77AF789E87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644638873"/>
      </p:ext>
    </p:extLst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50FBB5-CC32-4922-8B75-0A8C99086D2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1EDE5A-F6FF-4572-BC33-77AF789E87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039538986"/>
      </p:ext>
    </p:extLst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50FBB5-CC32-4922-8B75-0A8C99086D2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1EDE5A-F6FF-4572-BC33-77AF789E87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8792710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NOTE: Text background is not available at PowerPoint.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7500" lnSpcReduction="20000"/>
          </a:bodyPr>
          <a:lstStyle/>
          <a:p>
            <a:pPr marL="0" indent="0">
              <a:buNone/>
            </a:pPr>
            <a:r>
              <a:rPr lang="en-US"/>
              <a:t>We provide support for the following clients:</a:t>
            </a:r>
            <a:endParaRPr lang="ru-RU"/>
          </a:p>
          <a:p>
            <a:pPr marL="514350" lvl="0" indent="-514350">
              <a:buFont typeface="+mj-lt"/>
              <a:buAutoNum type="arabicPeriod"/>
            </a:pPr>
            <a:r>
              <a:rPr lang="en-US" smtClean="0"/>
              <a:t>A Company</a:t>
            </a:r>
            <a:endParaRPr lang="ru-RU"/>
          </a:p>
          <a:p>
            <a:pPr marL="514350" lvl="0" indent="-514350">
              <a:buFont typeface="+mj-lt"/>
              <a:buAutoNum type="arabicPeriod"/>
            </a:pPr>
            <a:r>
              <a:rPr lang="en-US" smtClean="0">
                <a:solidFill>
                  <a:srgbClr val="00B0F0"/>
                </a:solidFill>
              </a:rPr>
              <a:t>B Ltd.</a:t>
            </a:r>
            <a:endParaRPr lang="ru-RU">
              <a:solidFill>
                <a:srgbClr val="00B0F0"/>
              </a:solidFill>
            </a:endParaRPr>
          </a:p>
          <a:p>
            <a:pPr marL="514350" lvl="0" indent="-514350">
              <a:buFont typeface="+mj-lt"/>
              <a:buAutoNum type="arabicPeriod"/>
            </a:pPr>
            <a:r>
              <a:rPr lang="en-US" smtClean="0"/>
              <a:t>C &amp; D</a:t>
            </a:r>
            <a:endParaRPr lang="ru-RU"/>
          </a:p>
          <a:p>
            <a:pPr marL="514350" lvl="0" indent="-514350">
              <a:buFont typeface="+mj-lt"/>
              <a:buAutoNum type="arabicPeriod"/>
            </a:pPr>
            <a:r>
              <a:rPr lang="en-US" smtClean="0">
                <a:solidFill>
                  <a:srgbClr val="00B0F0"/>
                </a:solidFill>
              </a:rPr>
              <a:t>E Corp.</a:t>
            </a:r>
            <a:endParaRPr lang="ru-RU">
              <a:solidFill>
                <a:srgbClr val="00B0F0"/>
              </a:solidFill>
            </a:endParaRPr>
          </a:p>
          <a:p>
            <a:pPr marL="514350" lvl="0" indent="-514350">
              <a:buFont typeface="+mj-lt"/>
              <a:buAutoNum type="arabicPeriod"/>
            </a:pPr>
            <a:r>
              <a:rPr lang="en-US" smtClean="0"/>
              <a:t>F &amp; Partners</a:t>
            </a:r>
            <a:endParaRPr lang="ru-RU"/>
          </a:p>
          <a:p>
            <a:pPr marL="514350" lvl="0" indent="-514350">
              <a:buFont typeface="+mj-lt"/>
              <a:buAutoNum type="arabicPeriod"/>
            </a:pPr>
            <a:r>
              <a:rPr lang="en-US" smtClean="0">
                <a:solidFill>
                  <a:srgbClr val="00B0F0"/>
                </a:solidFill>
              </a:rPr>
              <a:t>G &amp; Co.</a:t>
            </a:r>
            <a:endParaRPr lang="ru-RU">
              <a:solidFill>
                <a:srgbClr val="00B0F0"/>
              </a:solidFill>
            </a:endParaRPr>
          </a:p>
          <a:p>
            <a:pPr marL="514350" lvl="0" indent="-514350">
              <a:buFont typeface="+mj-lt"/>
              <a:buAutoNum type="arabicPeriod"/>
            </a:pPr>
            <a:r>
              <a:rPr lang="en-US" smtClean="0"/>
              <a:t>H Group</a:t>
            </a:r>
            <a:endParaRPr lang="ru-RU"/>
          </a:p>
          <a:p>
            <a:pPr marL="514350" lvl="0" indent="-514350">
              <a:buFont typeface="+mj-lt"/>
              <a:buAutoNum type="arabicPeriod"/>
            </a:pPr>
            <a:r>
              <a:rPr lang="en-US" smtClean="0">
                <a:solidFill>
                  <a:srgbClr val="00B0F0"/>
                </a:solidFill>
              </a:rPr>
              <a:t>I &amp; Sons</a:t>
            </a:r>
            <a:endParaRPr lang="ru-RU">
              <a:solidFill>
                <a:srgbClr val="00B0F0"/>
              </a:solidFill>
            </a:endParaRPr>
          </a:p>
          <a:p>
            <a:pPr marL="514350" lvl="0" indent="-514350">
              <a:buFont typeface="+mj-lt"/>
              <a:buAutoNum type="arabicPeriod"/>
            </a:pPr>
            <a:r>
              <a:rPr lang="en-US" smtClean="0"/>
              <a:t>J Ent.</a:t>
            </a:r>
            <a:endParaRPr lang="ru-RU"/>
          </a:p>
          <a:p>
            <a:pPr marL="0" indent="0">
              <a:buNone/>
            </a:pPr>
            <a:endParaRPr lang="ru-RU"/>
          </a:p>
          <a:p>
            <a:pPr marL="0" indent="0">
              <a:buNone/>
            </a:pPr>
            <a:endParaRPr lang="ru-RU"/>
          </a:p>
        </p:txBody>
      </p:sp>
    </p:spTree>
    <p:extLst>
      <p:ext uri="{BB962C8B-B14F-4D97-AF65-F5344CB8AC3E}">
        <p14:creationId val="198168982"/>
      </p:ext>
    </p:extLst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OS" val="Microsoft Windows NT 10.0"/>
  <p:tag name="AS_RELEASE_DATE" val="2026.02.28"/>
  <p:tag name="AS_TITLE" val="Aspose.Slides for Java"/>
  <p:tag name="AS_VERSION" val="26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Calibri" panose="020f05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Widescreen</PresentationFormat>
  <Paragraphs>11</Paragraphs>
  <Slides>1</Slides>
  <Notes>0</Notes>
  <TotalTime>0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 Light</vt:lpstr>
      <vt:lpstr>Calibri</vt:lpstr>
      <vt:lpstr>Office Theme</vt:lpstr>
      <vt:lpstr>NOTE: Text background is not available at PowerPoint.</vt:lpstr>
    </vt:vector>
  </TitlesOfParts>
  <LinksUpToDate>0</LinksUpToDate>
  <SharedDoc>0</SharedDoc>
  <HyperlinksChanged>0</HyperlinksChanged>
  <Application>Aspose.Slides for Java</Application>
  <AppVersion>26.0200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PowerPoint Presentation</dc:title>
  <dc:creator>Иван</dc:creator>
  <cp:lastModifiedBy>Иван</cp:lastModifiedBy>
  <cp:revision>4</cp:revision>
  <dcterms:created xsi:type="dcterms:W3CDTF">2015-10-26T13:57:53Z</dcterms:created>
  <dcterms:modified xsi:type="dcterms:W3CDTF">2026-09-25T12:41:12Z</dcterms:modified>
</cp:coreProperties>
</file>