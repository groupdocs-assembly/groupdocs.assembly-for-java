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78039892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13248367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8765250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460509688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19457933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14686784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63714422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436883964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23459593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64463887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039538986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0FBB5-CC32-4922-8B75-0A8C99086D2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EDE5A-F6FF-4572-BC33-77AF789E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7927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NOTE: Text background is not available at PowerPoint.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20000"/>
          </a:bodyPr>
          <a:lstStyle/>
          <a:p>
            <a:pPr marL="0" indent="0">
              <a:buNone/>
            </a:pPr>
            <a:r>
              <a:rPr lang="en-US"/>
              <a:t>We provide support for the following clients: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A Company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>
                <a:solidFill>
                  <a:srgbClr val="00B0F0"/>
                </a:solidFill>
              </a:rPr>
              <a:t>B Ltd.</a:t>
            </a:r>
            <a:endParaRPr lang="ru-RU">
              <a:solidFill>
                <a:srgbClr val="00B0F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C &amp; D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>
                <a:solidFill>
                  <a:srgbClr val="00B0F0"/>
                </a:solidFill>
              </a:rPr>
              <a:t>E Corp.</a:t>
            </a:r>
            <a:endParaRPr lang="ru-RU">
              <a:solidFill>
                <a:srgbClr val="00B0F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F &amp; Partners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>
                <a:solidFill>
                  <a:srgbClr val="00B0F0"/>
                </a:solidFill>
              </a:rPr>
              <a:t>G &amp; Co.</a:t>
            </a:r>
            <a:endParaRPr lang="ru-RU">
              <a:solidFill>
                <a:srgbClr val="00B0F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H Group</a:t>
            </a:r>
            <a:endParaRPr lang="ru-RU"/>
          </a:p>
          <a:p>
            <a:pPr marL="514350" lvl="0" indent="-514350">
              <a:buFont typeface="+mj-lt"/>
              <a:buAutoNum type="arabicPeriod"/>
            </a:pPr>
            <a:r>
              <a:rPr lang="en-US" smtClean="0">
                <a:solidFill>
                  <a:srgbClr val="00B0F0"/>
                </a:solidFill>
              </a:rPr>
              <a:t>I &amp; Sons</a:t>
            </a:r>
            <a:endParaRPr lang="ru-RU">
              <a:solidFill>
                <a:srgbClr val="00B0F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J Ent.</a:t>
            </a:r>
            <a:endParaRPr lang="ru-RU"/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val="198168982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11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NOTE: Text background is not available at PowerPoint.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4</cp:revision>
  <dcterms:created xsi:type="dcterms:W3CDTF">2015-10-26T13:57:53Z</dcterms:created>
  <dcterms:modified xsi:type="dcterms:W3CDTF">2026-10-14T20:44:53Z</dcterms:modified>
</cp:coreProperties>
</file>