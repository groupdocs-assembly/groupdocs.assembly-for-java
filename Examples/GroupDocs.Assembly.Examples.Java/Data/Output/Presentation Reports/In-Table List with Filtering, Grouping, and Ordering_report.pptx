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0888864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06944762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07024001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0035918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8553349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5373534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8614759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287044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31847895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92884755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34362675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556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171695936"/>
              </p:ext>
            </p:extLst>
          </p:nvPr>
        </p:nvGraphicFramePr>
        <p:xfrm>
          <a:off x="838200" y="1915411"/>
          <a:ext cx="5790565" cy="68478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July James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800000.0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Tony Anderson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217543007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2015-10-26T13:49:01Z</dcterms:created>
  <dcterms:modified xsi:type="dcterms:W3CDTF">2026-09-25T12:41:09Z</dcterms:modified>
</cp:coreProperties>
</file>