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20888864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06944762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607024001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300359188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85533491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53735342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86147596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2870445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31847895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92884755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134362675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2FF48-7748-4CA8-8BD5-619604FD417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D38F9-50C9-4C7B-9033-B52FE6AF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9155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1171695936"/>
              </p:ext>
            </p:extLst>
          </p:nvPr>
        </p:nvGraphicFramePr>
        <p:xfrm>
          <a:off x="838200" y="1915411"/>
          <a:ext cx="5790565" cy="6847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5520"/>
                <a:gridCol w="2265045"/>
              </a:tblGrid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Manager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Contract Price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John Smith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2300000.0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July James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800000.0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Tony Anderson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1200000.0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val="217543007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3</cp:revision>
  <dcterms:created xsi:type="dcterms:W3CDTF">2015-10-26T13:49:01Z</dcterms:created>
  <dcterms:modified xsi:type="dcterms:W3CDTF">2026-10-12T20:16:12Z</dcterms:modified>
</cp:coreProperties>
</file>