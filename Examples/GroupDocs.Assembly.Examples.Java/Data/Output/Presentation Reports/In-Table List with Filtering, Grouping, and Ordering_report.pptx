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0888864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0694476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0702400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03591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8553349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537353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8614759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7044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3184789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9288475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34362675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556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171695936"/>
              </p:ext>
            </p:extLst>
          </p:nvPr>
        </p:nvGraphicFramePr>
        <p:xfrm>
          <a:off x="838200" y="1915411"/>
          <a:ext cx="579056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1754300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2015-10-26T13:49:01Z</dcterms:created>
  <dcterms:modified xsi:type="dcterms:W3CDTF">2026-09-26T20:56:52Z</dcterms:modified>
</cp:coreProperties>
</file>