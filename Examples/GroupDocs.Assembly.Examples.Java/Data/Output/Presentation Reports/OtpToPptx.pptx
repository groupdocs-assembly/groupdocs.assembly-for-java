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  <p:sldMasterId id="2147483671" r:id="rId2"/>
    <p:sldMasterId id="2147483683" r:id="rId3"/>
  </p:sldMasterIdLst>
  <p:notesMasterIdLst>
    <p:notesMasterId r:id="rId4"/>
  </p:notesMasterIdLst>
  <p:handoutMasterIdLst>
    <p:handoutMasterId r:id="rId5"/>
  </p:handoutMasterIdLst>
  <p:sldIdLst>
    <p:sldId id="256" r:id="rId6"/>
    <p:sldId id="257" r:id="rId7"/>
  </p:sldIdLst>
  <p:sldSz cx="12192156" cy="6858065"/>
  <p:notesSz cx="7560469" cy="10692663"/>
  <p:custDataLst>
    <p:tags r:id="rId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 varScale="1"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viewProps" Target="viewProps.xml" /><Relationship Id="rId11" Type="http://schemas.openxmlformats.org/officeDocument/2006/relationships/theme" Target="theme/theme1.xml" /><Relationship Id="rId12" Type="http://schemas.openxmlformats.org/officeDocument/2006/relationships/tableStyles" Target="tableStyles.xml" /><Relationship Id="rId2" Type="http://schemas.openxmlformats.org/officeDocument/2006/relationships/slideMaster" Target="slideMasters/slideMaster2.xml" /><Relationship Id="rId3" Type="http://schemas.openxmlformats.org/officeDocument/2006/relationships/slideMaster" Target="slideMasters/slideMaster3.xml" /><Relationship Id="rId4" Type="http://schemas.openxmlformats.org/officeDocument/2006/relationships/notesMaster" Target="notesMasters/notesMaster1.xml" /><Relationship Id="rId5" Type="http://schemas.openxmlformats.org/officeDocument/2006/relationships/handoutMaster" Target="handoutMasters/handoutMaster1.xml" /><Relationship Id="rId6" Type="http://schemas.openxmlformats.org/officeDocument/2006/relationships/slide" Target="slides/slide1.xml" /><Relationship Id="rId7" Type="http://schemas.openxmlformats.org/officeDocument/2006/relationships/slide" Target="slides/slide2.xml" /><Relationship Id="rId8" Type="http://schemas.openxmlformats.org/officeDocument/2006/relationships/tags" Target="tags/tag1.xml" /><Relationship Id="rId9" Type="http://schemas.openxmlformats.org/officeDocument/2006/relationships/presProps" Target="presProps.xml" /></Relationships>
</file>

<file path=ppt/handoutMasters/_rels/handout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5.xml" 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spTree>
      <p:nvGrpSpPr>
        <p:cNvPr id="1" name="" title=""/>
        <p:cNvGrpSpPr/>
        <p:nvPr/>
      </p:nvGrpSpPr>
      <p:grpSpPr/>
      <p:sp>
        <p:nvSpPr>
          <p:cNvPr id="2" name="" title=""/>
          <p:cNvSpPr txBox="1"/>
          <p:nvPr>
            <p:ph type="hdr" idx="1"/>
          </p:nvPr>
        </p:nvSpPr>
        <p:spPr>
          <a:xfrm>
            <a:off x="0" y="0"/>
            <a:ext cx="3280883" cy="534273"/>
          </a:xfrm>
          <a:prstGeom prst="rect">
            <a:avLst/>
          </a:prstGeom>
          <a:noFill/>
          <a:ln w="0">
            <a:noFill/>
            <a:prstDash val="solid"/>
          </a:ln>
          <a:effectLst/>
        </p:spPr>
        <p:txBody>
          <a:bodyPr wrap="none" lIns="90006" tIns="45003" rIns="90006" bIns="45003" anchor="t" anchorCtr="0">
            <a:noAutofit/>
          </a:bodyPr>
          <a:lstStyle>
            <a:defPPr>
              <a:defRPr sz="18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0" marR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sz="1400">
                <a:latin typeface="Arial"/>
                <a:ea typeface="Microsoft YaHei"/>
                <a:cs typeface="Mangal"/>
                <a:sym typeface="Arial"/>
              </a:defRPr>
            </a:pPr>
          </a:p>
        </p:txBody>
      </p:sp>
      <p:sp>
        <p:nvSpPr>
          <p:cNvPr id="3" name="" title=""/>
          <p:cNvSpPr txBox="1"/>
          <p:nvPr>
            <p:ph type="dt" idx="2"/>
          </p:nvPr>
        </p:nvSpPr>
        <p:spPr>
          <a:xfrm>
            <a:off x="4279225" y="0"/>
            <a:ext cx="3280883" cy="534273"/>
          </a:xfrm>
          <a:prstGeom prst="rect">
            <a:avLst/>
          </a:prstGeom>
          <a:noFill/>
          <a:ln w="0">
            <a:noFill/>
            <a:prstDash val="solid"/>
          </a:ln>
          <a:effectLst/>
        </p:spPr>
        <p:txBody>
          <a:bodyPr wrap="none" lIns="90006" tIns="45003" rIns="90006" bIns="45003" anchor="t" anchorCtr="0">
            <a:noAutofit/>
          </a:bodyPr>
          <a:lstStyle>
            <a:defPPr>
              <a:defRPr sz="18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sz="1400">
                <a:latin typeface="Arial"/>
                <a:ea typeface="Microsoft YaHei"/>
                <a:cs typeface="Mangal"/>
                <a:sym typeface="Arial"/>
              </a:defRPr>
            </a:pPr>
          </a:p>
        </p:txBody>
      </p:sp>
      <p:sp>
        <p:nvSpPr>
          <p:cNvPr id="4" name="" title=""/>
          <p:cNvSpPr txBox="1"/>
          <p:nvPr>
            <p:ph type="ftr" idx="3"/>
          </p:nvPr>
        </p:nvSpPr>
        <p:spPr>
          <a:xfrm>
            <a:off x="0" y="10158030"/>
            <a:ext cx="3280883" cy="534273"/>
          </a:xfrm>
          <a:prstGeom prst="rect">
            <a:avLst/>
          </a:prstGeom>
          <a:noFill/>
          <a:ln w="0">
            <a:noFill/>
            <a:prstDash val="solid"/>
          </a:ln>
          <a:effectLst/>
        </p:spPr>
        <p:txBody>
          <a:bodyPr wrap="none" lIns="90006" tIns="45003" rIns="90006" bIns="45003" anchor="b" anchorCtr="0">
            <a:noAutofit/>
          </a:bodyPr>
          <a:lstStyle>
            <a:defPPr>
              <a:defRPr sz="18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0" marR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sz="1400">
                <a:latin typeface="Arial"/>
                <a:ea typeface="Microsoft YaHei"/>
                <a:cs typeface="Mangal"/>
                <a:sym typeface="Arial"/>
              </a:defRPr>
            </a:pPr>
          </a:p>
        </p:txBody>
      </p:sp>
      <p:sp>
        <p:nvSpPr>
          <p:cNvPr id="5" name="" title=""/>
          <p:cNvSpPr txBox="1"/>
          <p:nvPr>
            <p:ph type="sldNum" idx="4"/>
          </p:nvPr>
        </p:nvSpPr>
        <p:spPr>
          <a:xfrm>
            <a:off x="4279225" y="10158030"/>
            <a:ext cx="3280883" cy="534273"/>
          </a:xfrm>
          <a:prstGeom prst="rect">
            <a:avLst/>
          </a:prstGeom>
          <a:noFill/>
          <a:ln w="0">
            <a:noFill/>
            <a:prstDash val="solid"/>
          </a:ln>
          <a:effectLst/>
        </p:spPr>
        <p:txBody>
          <a:bodyPr wrap="none" lIns="90006" tIns="45003" rIns="90006" bIns="45003" anchor="b" anchorCtr="0">
            <a:noAutofit/>
          </a:bodyPr>
          <a:lstStyle>
            <a:defPPr>
              <a:defRPr sz="18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sz="1400">
                <a:latin typeface="Arial"/>
                <a:ea typeface="Microsoft YaHei"/>
                <a:cs typeface="Mangal"/>
                <a:sym typeface="Arial"/>
              </a:defRPr>
            </a:pPr>
            <a:fld id="{93AE1883-0942-4AA3-9DB2-9C7C3A0314B1}" type="slidenum">
              <a:rPr sz="1800" b="0" i="0" u="none">
                <a:solidFill>
                  <a:srgbClr val="000000"/>
                </a:solidFill>
                <a:effectLst/>
                <a:latin typeface="Arial"/>
                <a:ea typeface="Microsoft YaHei"/>
                <a:cs typeface="Mangal"/>
                <a:sym typeface="Arial"/>
              </a:rPr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4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Header 1" title="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4650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Time 2" title=""/>
          <p:cNvSpPr txBox="1">
            <a:spLocks noGrp="1"/>
          </p:cNvSpPr>
          <p:nvPr>
            <p:ph type="dt" idx="1"/>
          </p:nvPr>
        </p:nvSpPr>
        <p:spPr>
          <a:xfrm>
            <a:off x="4645819" y="0"/>
            <a:ext cx="2914650" cy="4953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0FDE17-BB01-4BFB-A17A-B55F8C8CA3FB}" type="datetimeFigureOut">
              <a:t>25.09.2026</a:t>
            </a:fld>
          </a:p>
        </p:txBody>
      </p:sp>
      <p:sp>
        <p:nvSpPr>
          <p:cNvPr id="4" name="SlideImage 3" title=""/>
          <p:cNvSpPr>
            <a:spLocks noGrp="1" noRot="1" noChangeAspect="1"/>
          </p:cNvSpPr>
          <p:nvPr>
            <p:ph type="sldImg" idx="2"/>
          </p:nvPr>
        </p:nvSpPr>
        <p:spPr>
          <a:xfrm>
            <a:off x="1037025" y="1143000"/>
            <a:ext cx="5486418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Notes 4" title="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sz="1200"/>
            </a:defPPr>
          </a:lstStyle>
          <a:p>
            <a:r>
              <a:rPr smtClean="0"/>
              <a:t>First Level</a:t>
            </a:r>
          </a:p>
          <a:p>
            <a:pPr lvl="1"/>
            <a:r>
              <a:rPr smtClean="0"/>
              <a:t>Second Level</a:t>
            </a:r>
          </a:p>
          <a:p>
            <a:pPr lvl="2"/>
            <a:r>
              <a:rPr smtClean="0"/>
              <a:t>Third level</a:t>
            </a:r>
          </a:p>
          <a:p>
            <a:pPr lvl="3"/>
            <a:r>
              <a:rPr smtClean="0"/>
              <a:t>Fourth level</a:t>
            </a:r>
          </a:p>
          <a:p>
            <a:pPr lvl="4"/>
            <a:r>
              <a:rPr smtClean="0"/>
              <a:t>Fifth level</a:t>
            </a:r>
          </a:p>
        </p:txBody>
      </p:sp>
      <p:sp>
        <p:nvSpPr>
          <p:cNvPr id="6" name="Footer 5" title=""/>
          <p:cNvSpPr>
            <a:spLocks noGrp="1"/>
          </p:cNvSpPr>
          <p:nvPr>
            <p:ph type="ftr" sz="quarter" idx="4"/>
          </p:nvPr>
        </p:nvSpPr>
        <p:spPr>
          <a:xfrm>
            <a:off x="0" y="10197363"/>
            <a:ext cx="2914650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Number 6" title=""/>
          <p:cNvSpPr txBox="1">
            <a:spLocks noGrp="1"/>
          </p:cNvSpPr>
          <p:nvPr>
            <p:ph type="sldNum" sz="quarter" idx="5"/>
          </p:nvPr>
        </p:nvSpPr>
        <p:spPr>
          <a:xfrm>
            <a:off x="4645819" y="10197363"/>
            <a:ext cx="2914650" cy="4953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1F8C92-CC36-4A0E-9E99-DFD127B48D91}" type="slidenum">
              <a:rPr smtClean="0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_rels/notesSlide2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2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Slide Image Placeholder 1" title="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 title=""/>
          <p:cNvSpPr>
            <a:spLocks noGrp="1"/>
          </p:cNvSpPr>
          <p:nvPr>
            <p:ph type="body" idx="1"/>
          </p:nvPr>
        </p:nvSpPr>
        <p:spPr/>
        <p:txBody>
          <a:bodyPr lIns="0" tIns="0" rIns="0" bIns="0" anchorCtr="1">
            <a:normAutofit/>
          </a:bodyPr>
          <a:lstStyle/>
          <a:p/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1C5E1-D8E9-464D-A93E-CE21651935A7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Slide Image Placeholder 1" title="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 title=""/>
          <p:cNvSpPr>
            <a:spLocks noGrp="1"/>
          </p:cNvSpPr>
          <p:nvPr>
            <p:ph type="body" idx="1"/>
          </p:nvPr>
        </p:nvSpPr>
        <p:spPr/>
        <p:txBody>
          <a:bodyPr lIns="0" tIns="0" rIns="0" bIns="0" anchorCtr="1">
            <a:normAutofit/>
          </a:bodyPr>
          <a:lstStyle/>
          <a:p/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1C5E1-D8E9-464D-A93E-CE21651935A7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91446" tIns="45723" rIns="91446" bIns="45723" anchor="ctr" anchorCtr="0"/>
          <a:lstStyle/>
          <a:p>
            <a:fld id="{F7D2F8ED-5B3C-4EBF-BA22-BAD8086E158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 lIns="0" tIns="0" rIns="0" bIns="0" anchorCtr="0"/>
          <a:lstStyle/>
          <a:p/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91446" tIns="45723" rIns="91446" bIns="45723" anchor="ctr" anchorCtr="0"/>
          <a:lstStyle/>
          <a:p>
            <a:fld id="{0E3FB3B1-7896-4A2B-B564-7D33319CE43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 lIns="0" tIns="0" rIns="0" bIns="0" anchorCtr="0"/>
          <a:lstStyle/>
          <a:p/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91446" tIns="45723" rIns="91446" bIns="45723" anchor="ctr" anchorCtr="0"/>
          <a:lstStyle/>
          <a:p>
            <a:fld id="{1E5720F2-758D-4618-8346-289B7FED303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 lIns="0" tIns="0" rIns="0" bIns="0" anchorCtr="0"/>
          <a:lstStyle/>
          <a:p/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 lIns="91446" tIns="45723" rIns="91446" bIns="45723" anchor="ctr" anchorCtr="0"/>
          <a:lstStyle/>
          <a:p>
            <a:fld id="{89FA8575-FE54-4F44-A710-7D807DBB827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 lIns="0" tIns="0" rIns="0" bIns="0" anchorCtr="0"/>
          <a:lstStyle/>
          <a:p/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 lIns="91446" tIns="45723" rIns="91446" bIns="45723" anchor="ctr" anchorCtr="0"/>
          <a:lstStyle/>
          <a:p>
            <a:fld id="{E5E0C075-D139-4ACB-A200-587B4FA34F0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 lIns="0" tIns="0" rIns="0" bIns="0" anchorCtr="0"/>
          <a:lstStyle/>
          <a:p/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 lIns="91446" tIns="45723" rIns="91446" bIns="45723" anchor="ctr" anchorCtr="0"/>
          <a:lstStyle/>
          <a:p>
            <a:fld id="{254794A9-C415-4F2F-AD32-816D3A9369F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 lIns="0" tIns="0" rIns="0" bIns="0" anchorCtr="0"/>
          <a:lstStyle/>
          <a:p/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 lIns="91446" tIns="45723" rIns="91446" bIns="45723" anchor="ctr" anchorCtr="0"/>
          <a:lstStyle/>
          <a:p>
            <a:fld id="{0F9F988A-1225-47DD-ABE0-1E6B8B54C99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 lIns="0" tIns="0" rIns="0" bIns="0" anchorCtr="0"/>
          <a:lstStyle/>
          <a:p/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 lIns="91446" tIns="45723" rIns="91446" bIns="45723" anchor="ctr" anchorCtr="0"/>
          <a:lstStyle/>
          <a:p>
            <a:fld id="{A0E518AD-BB0B-44DD-BB08-7715188AC00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 lIns="0" tIns="0" rIns="0" bIns="0" anchorCtr="0"/>
          <a:lstStyle/>
          <a:p/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 lIns="91446" tIns="45723" rIns="91446" bIns="45723" anchor="ctr" anchorCtr="0"/>
          <a:lstStyle/>
          <a:p>
            <a:fld id="{653B7A32-C3B2-4D92-86E2-0A800CA6F7B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 lIns="0" tIns="0" rIns="0" bIns="0" anchorCtr="0"/>
          <a:lstStyle/>
          <a:p/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91446" tIns="45723" rIns="91446" bIns="45723" anchor="ctr" anchorCtr="0"/>
          <a:lstStyle/>
          <a:p>
            <a:fld id="{88A6248E-7DEA-419B-8DC7-2A3890A48F1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 lIns="0" tIns="0" rIns="0" bIns="0" anchorCtr="0"/>
          <a:lstStyle/>
          <a:p/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91446" tIns="45723" rIns="91446" bIns="45723" anchor="ctr" anchorCtr="0"/>
          <a:lstStyle/>
          <a:p>
            <a:fld id="{9D2026CE-7DC4-4C3D-A5FE-0FB9C8664AC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 lIns="0" tIns="0" rIns="0" bIns="0" anchorCtr="0"/>
          <a:lstStyle/>
          <a:p/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0" tIns="0" rIns="0" bIns="0" anchorCtr="0"/>
          <a:lstStyle/>
          <a:p>
            <a:fld id="{F7D2F8ED-5B3C-4EBF-BA22-BAD8086E158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0" tIns="0" rIns="0" bIns="0" anchorCtr="0"/>
          <a:lstStyle/>
          <a:p>
            <a:fld id="{0E3FB3B1-7896-4A2B-B564-7D33319CE43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0" tIns="0" rIns="0" bIns="0" anchorCtr="0"/>
          <a:lstStyle/>
          <a:p>
            <a:fld id="{1E5720F2-758D-4618-8346-289B7FED303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 lIns="0" tIns="0" rIns="0" bIns="0" anchorCtr="0"/>
          <a:lstStyle/>
          <a:p>
            <a:fld id="{89FA8575-FE54-4F44-A710-7D807DBB827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 lIns="0" tIns="0" rIns="0" bIns="0" anchorCtr="0"/>
          <a:lstStyle/>
          <a:p>
            <a:fld id="{E5E0C075-D139-4ACB-A200-587B4FA34F0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 lIns="0" tIns="0" rIns="0" bIns="0" anchorCtr="0"/>
          <a:lstStyle/>
          <a:p>
            <a:fld id="{254794A9-C415-4F2F-AD32-816D3A9369F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 lIns="0" tIns="0" rIns="0" bIns="0" anchorCtr="0"/>
          <a:lstStyle/>
          <a:p>
            <a:fld id="{0F9F988A-1225-47DD-ABE0-1E6B8B54C99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 lIns="0" tIns="0" rIns="0" bIns="0" anchorCtr="0"/>
          <a:lstStyle/>
          <a:p>
            <a:fld id="{A0E518AD-BB0B-44DD-BB08-7715188AC00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 lIns="0" tIns="0" rIns="0" bIns="0" anchorCtr="0"/>
          <a:lstStyle/>
          <a:p>
            <a:fld id="{653B7A32-C3B2-4D92-86E2-0A800CA6F7B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0" tIns="0" rIns="0" bIns="0" anchorCtr="0"/>
          <a:lstStyle/>
          <a:p>
            <a:fld id="{88A6248E-7DEA-419B-8DC7-2A3890A48F1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0" tIns="0" rIns="0" bIns="0" anchorCtr="0"/>
          <a:lstStyle/>
          <a:p>
            <a:fld id="{9D2026CE-7DC4-4C3D-A5FE-0FB9C8664AC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0" tIns="0" rIns="0" bIns="0" anchorCtr="0"/>
          <a:lstStyle/>
          <a:p>
            <a:fld id="{F7D2F8ED-5B3C-4EBF-BA22-BAD8086E158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0" tIns="0" rIns="0" bIns="0" anchorCtr="0"/>
          <a:lstStyle/>
          <a:p>
            <a:fld id="{0E3FB3B1-7896-4A2B-B564-7D33319CE43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0" tIns="0" rIns="0" bIns="0" anchorCtr="0"/>
          <a:lstStyle/>
          <a:p>
            <a:fld id="{1E5720F2-758D-4618-8346-289B7FED303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 lIns="0" tIns="0" rIns="0" bIns="0" anchorCtr="0"/>
          <a:lstStyle/>
          <a:p>
            <a:fld id="{89FA8575-FE54-4F44-A710-7D807DBB827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 lIns="0" tIns="0" rIns="0" bIns="0" anchorCtr="0"/>
          <a:lstStyle/>
          <a:p>
            <a:fld id="{E5E0C075-D139-4ACB-A200-587B4FA34F0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 lIns="0" tIns="0" rIns="0" bIns="0" anchorCtr="0"/>
          <a:lstStyle/>
          <a:p>
            <a:fld id="{254794A9-C415-4F2F-AD32-816D3A9369F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 lIns="0" tIns="0" rIns="0" bIns="0" anchorCtr="0"/>
          <a:lstStyle/>
          <a:p>
            <a:fld id="{0F9F988A-1225-47DD-ABE0-1E6B8B54C99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 lIns="0" tIns="0" rIns="0" bIns="0" anchorCtr="0"/>
          <a:lstStyle/>
          <a:p>
            <a:fld id="{A0E518AD-BB0B-44DD-BB08-7715188AC00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 lIns="0" tIns="0" rIns="0" bIns="0" anchorCtr="0"/>
          <a:lstStyle/>
          <a:p>
            <a:fld id="{653B7A32-C3B2-4D92-86E2-0A800CA6F7B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0" tIns="0" rIns="0" bIns="0" anchorCtr="0"/>
          <a:lstStyle/>
          <a:p>
            <a:fld id="{88A6248E-7DEA-419B-8DC7-2A3890A48F1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showMasterSp="0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 lIns="0" tIns="0" rIns="0" bIns="0" anchorCtr="0"/>
          <a:lstStyle/>
          <a:p>
            <a:fld id="{9D2026CE-7DC4-4C3D-A5FE-0FB9C8664AC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theme" Target="../theme/theme2.xml" /><Relationship Id="rId2" Type="http://schemas.openxmlformats.org/officeDocument/2006/relationships/slideLayout" Target="../slideLayouts/slideLayout13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_rels/slideMaster3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3.xml" /><Relationship Id="rId10" Type="http://schemas.openxmlformats.org/officeDocument/2006/relationships/slideLayout" Target="../slideLayouts/slideLayout32.xml" /><Relationship Id="rId11" Type="http://schemas.openxmlformats.org/officeDocument/2006/relationships/slideLayout" Target="../slideLayouts/slideLayout33.xml" /><Relationship Id="rId12" Type="http://schemas.openxmlformats.org/officeDocument/2006/relationships/theme" Target="../theme/theme3.xml" /><Relationship Id="rId2" Type="http://schemas.openxmlformats.org/officeDocument/2006/relationships/slideLayout" Target="../slideLayouts/slideLayout24.xml" /><Relationship Id="rId3" Type="http://schemas.openxmlformats.org/officeDocument/2006/relationships/slideLayout" Target="../slideLayouts/slideLayout25.xml" /><Relationship Id="rId4" Type="http://schemas.openxmlformats.org/officeDocument/2006/relationships/slideLayout" Target="../slideLayouts/slideLayout26.xml" /><Relationship Id="rId5" Type="http://schemas.openxmlformats.org/officeDocument/2006/relationships/slideLayout" Target="../slideLayouts/slideLayout27.xml" /><Relationship Id="rId6" Type="http://schemas.openxmlformats.org/officeDocument/2006/relationships/slideLayout" Target="../slideLayouts/slideLayout28.xml" /><Relationship Id="rId7" Type="http://schemas.openxmlformats.org/officeDocument/2006/relationships/slideLayout" Target="../slideLayouts/slideLayout29.xml" /><Relationship Id="rId8" Type="http://schemas.openxmlformats.org/officeDocument/2006/relationships/slideLayout" Target="../slideLayouts/slideLayout30.xml" /><Relationship Id="rId9" Type="http://schemas.openxmlformats.org/officeDocument/2006/relationships/slideLayout" Target="../slideLayouts/slideLayout3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7" name="" title=""/>
          <p:cNvSpPr txBox="1"/>
          <p:nvPr>
            <p:ph type="title" idx="1"/>
          </p:nvPr>
        </p:nvSpPr>
        <p:spPr>
          <a:xfrm>
            <a:off x="838132" y="365063"/>
            <a:ext cx="10515532" cy="132560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91446" tIns="45723" rIns="91446" bIns="45723" anchor="ctr" anchorCtr="0"/>
          <a:lstStyle>
            <a:defPPr>
              <a:defRPr sz="44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0" marR="0" indent="0" algn="l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b="0">
                <a:latin typeface="Arial"/>
                <a:ea typeface="Microsoft YaHei"/>
                <a:cs typeface="Mangal"/>
                <a:sym typeface="Arial"/>
              </a:defRPr>
            </a:pPr>
            <a:r>
              <a:rPr sz="4400" spc="0" baseline="0">
                <a:solidFill>
                  <a:srgbClr val="000000"/>
                </a:solidFill>
                <a:latin typeface="Calibri Light"/>
                <a:ea typeface="Arial"/>
                <a:cs typeface="Arial"/>
                <a:sym typeface="Calibri Light"/>
              </a:rPr>
              <a:t>Click to edit Master title style</a:t>
            </a:r>
          </a:p>
        </p:txBody>
      </p:sp>
      <p:sp>
        <p:nvSpPr>
          <p:cNvPr id="8" name="" title=""/>
          <p:cNvSpPr txBox="1"/>
          <p:nvPr>
            <p:ph type="body" idx="2"/>
          </p:nvPr>
        </p:nvSpPr>
        <p:spPr>
          <a:xfrm>
            <a:off x="838132" y="1825673"/>
            <a:ext cx="10515532" cy="435123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91446" tIns="45723" rIns="91446" bIns="45723" anchor="t" anchorCtr="0"/>
          <a:lstStyle>
            <a:defPPr>
              <a:defRPr sz="32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228614" marR="0" lvl="0" indent="-228614" algn="l">
              <a:lnSpc>
                <a:spcPct val="90000"/>
              </a:lnSpc>
              <a:spcBef>
                <a:spcPct val="0"/>
              </a:spcBef>
              <a:spcAft>
                <a:spcPts val="1417"/>
              </a:spcAft>
              <a:buClr>
                <a:srgbClr val="000000"/>
              </a:buClr>
              <a:buSzTx/>
              <a:buChar char="•"/>
              <a:defRPr sz="3200" b="0">
                <a:latin typeface="Arial"/>
                <a:ea typeface="Microsoft YaHei"/>
                <a:cs typeface="Mangal"/>
                <a:sym typeface="Arial"/>
              </a:defRPr>
            </a:pPr>
            <a:r>
              <a:rPr sz="28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Click to edit Master text styles</a:t>
            </a:r>
          </a:p>
          <a:p>
            <a:pPr marL="685843" marR="0" lvl="1" indent="-228614" algn="l">
              <a:lnSpc>
                <a:spcPct val="90000"/>
              </a:lnSpc>
              <a:spcBef>
                <a:spcPct val="0"/>
              </a:spcBef>
              <a:spcAft>
                <a:spcPts val="1134"/>
              </a:spcAft>
              <a:buClr>
                <a:srgbClr val="000000"/>
              </a:buClr>
              <a:buSzTx/>
              <a:buChar char="•"/>
              <a:defRPr sz="2800">
                <a:latin typeface="Arial"/>
                <a:ea typeface="Microsoft YaHei"/>
                <a:cs typeface="Mangal"/>
                <a:sym typeface="Arial"/>
              </a:defRPr>
            </a:pPr>
            <a:r>
              <a:rPr sz="24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Second level</a:t>
            </a:r>
          </a:p>
          <a:p>
            <a:pPr marL="1143071" marR="0" lvl="2" indent="-228614" algn="l">
              <a:lnSpc>
                <a:spcPct val="90000"/>
              </a:lnSpc>
              <a:spcBef>
                <a:spcPct val="0"/>
              </a:spcBef>
              <a:spcAft>
                <a:spcPts val="850"/>
              </a:spcAft>
              <a:buClr>
                <a:srgbClr val="000000"/>
              </a:buClr>
              <a:buSzTx/>
              <a:buChar char="•"/>
              <a:defRPr sz="2400">
                <a:latin typeface="Arial"/>
                <a:ea typeface="Microsoft YaHei"/>
                <a:cs typeface="Mangal"/>
                <a:sym typeface="Arial"/>
              </a:defRPr>
            </a:pPr>
            <a:r>
              <a:rPr sz="20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Third level</a:t>
            </a:r>
          </a:p>
          <a:p>
            <a:pPr marL="1600299" marR="0" lvl="3" indent="-228614" algn="l">
              <a:lnSpc>
                <a:spcPct val="90000"/>
              </a:lnSpc>
              <a:spcBef>
                <a:spcPct val="0"/>
              </a:spcBef>
              <a:spcAft>
                <a:spcPts val="567"/>
              </a:spcAft>
              <a:buClr>
                <a:srgbClr val="000000"/>
              </a:buClr>
              <a:buSzTx/>
              <a:buChar char="•"/>
              <a:defRPr sz="2000">
                <a:latin typeface="Arial"/>
                <a:ea typeface="Microsoft YaHei"/>
                <a:cs typeface="Mangal"/>
                <a:sym typeface="Arial"/>
              </a:defRPr>
            </a:pPr>
            <a:r>
              <a:rPr sz="18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Fourth level</a:t>
            </a:r>
          </a:p>
          <a:p>
            <a:pPr marL="2057528" marR="0" lvl="4" indent="-228614" algn="l">
              <a:lnSpc>
                <a:spcPct val="90000"/>
              </a:lnSpc>
              <a:spcBef>
                <a:spcPct val="0"/>
              </a:spcBef>
              <a:spcAft>
                <a:spcPts val="283"/>
              </a:spcAft>
              <a:buClr>
                <a:srgbClr val="000000"/>
              </a:buClr>
              <a:buSzTx/>
              <a:buChar char="•"/>
              <a:defRPr sz="2000">
                <a:latin typeface="Arial"/>
                <a:ea typeface="Microsoft YaHei"/>
                <a:cs typeface="Mangal"/>
                <a:sym typeface="Arial"/>
              </a:defRPr>
            </a:pPr>
            <a:r>
              <a:rPr sz="18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Fifth level</a:t>
            </a:r>
          </a:p>
        </p:txBody>
      </p:sp>
      <p:sp>
        <p:nvSpPr>
          <p:cNvPr id="9" name="" title=""/>
          <p:cNvSpPr txBox="1"/>
          <p:nvPr>
            <p:ph type="dt" idx="3"/>
          </p:nvPr>
        </p:nvSpPr>
        <p:spPr>
          <a:xfrm>
            <a:off x="838132" y="6356194"/>
            <a:ext cx="2743370" cy="365063"/>
          </a:xfrm>
          <a:prstGeom prst="rect">
            <a:avLst/>
          </a:prstGeom>
          <a:noFill/>
          <a:ln>
            <a:noFill/>
            <a:prstDash val="solid"/>
          </a:ln>
          <a:effectLst/>
        </p:spPr>
        <p:txBody>
          <a:bodyPr lIns="91446" tIns="45723" rIns="91446" bIns="45723" anchor="ctr" anchorCtr="0"/>
          <a:lstStyle/>
          <a:p>
            <a:pPr marL="0" marR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22/01/2020</a:t>
            </a:r>
          </a:p>
        </p:txBody>
      </p:sp>
      <p:sp>
        <p:nvSpPr>
          <p:cNvPr id="10" name="" title=""/>
          <p:cNvSpPr txBox="1"/>
          <p:nvPr>
            <p:ph type="ftr" idx="4"/>
          </p:nvPr>
        </p:nvSpPr>
        <p:spPr>
          <a:xfrm>
            <a:off x="4038730" y="6356194"/>
            <a:ext cx="4114695" cy="365063"/>
          </a:xfrm>
          <a:prstGeom prst="rect">
            <a:avLst/>
          </a:prstGeom>
          <a:noFill/>
          <a:ln>
            <a:noFill/>
            <a:prstDash val="solid"/>
          </a:ln>
          <a:effectLst/>
        </p:spPr>
        <p:txBody>
          <a:bodyPr lIns="0" tIns="0" rIns="0" bIns="0" anchorCtr="0"/>
          <a:lstStyle/>
          <a:p/>
        </p:txBody>
      </p:sp>
      <p:sp>
        <p:nvSpPr>
          <p:cNvPr id="11" name="" title=""/>
          <p:cNvSpPr txBox="1"/>
          <p:nvPr>
            <p:ph type="sldNum" idx="5"/>
          </p:nvPr>
        </p:nvSpPr>
        <p:spPr>
          <a:xfrm>
            <a:off x="8610653" y="6356194"/>
            <a:ext cx="2743370" cy="365063"/>
          </a:xfrm>
          <a:prstGeom prst="rect">
            <a:avLst/>
          </a:prstGeom>
          <a:noFill/>
          <a:ln>
            <a:noFill/>
            <a:prstDash val="solid"/>
          </a:ln>
          <a:effectLst/>
        </p:spPr>
        <p:txBody>
          <a:bodyPr lIns="91446" tIns="45723" rIns="91446" bIns="45723" anchor="ctr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/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" title=""/>
          <p:cNvSpPr txBox="1"/>
          <p:nvPr>
            <p:ph type="title" idx="1"/>
          </p:nvPr>
        </p:nvSpPr>
        <p:spPr>
          <a:xfrm>
            <a:off x="1523974" y="1122190"/>
            <a:ext cx="9143847" cy="238766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0" tIns="0" rIns="0" bIns="0" anchor="b" anchorCtr="0"/>
          <a:lstStyle>
            <a:defPPr>
              <a:defRPr sz="44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0" marR="0" indent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b="0">
                <a:latin typeface="Arial"/>
                <a:ea typeface="Microsoft YaHei"/>
                <a:cs typeface="Mangal"/>
                <a:sym typeface="Arial"/>
              </a:defRPr>
            </a:pPr>
            <a:r>
              <a:rPr sz="6000" spc="0" baseline="0">
                <a:solidFill>
                  <a:srgbClr val="000000"/>
                </a:solidFill>
                <a:latin typeface="Calibri Light"/>
                <a:ea typeface="Arial"/>
                <a:cs typeface="Arial"/>
                <a:sym typeface="Calibri Light"/>
              </a:rPr>
              <a:t>Click to edit Master title style</a:t>
            </a:r>
          </a:p>
        </p:txBody>
      </p:sp>
      <p:sp>
        <p:nvSpPr>
          <p:cNvPr id="3" name="" title=""/>
          <p:cNvSpPr txBox="1"/>
          <p:nvPr>
            <p:ph type="subTitle" idx="2"/>
          </p:nvPr>
        </p:nvSpPr>
        <p:spPr>
          <a:xfrm>
            <a:off x="1523974" y="3602024"/>
            <a:ext cx="9143847" cy="1655743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0" tIns="0" rIns="0" bIns="0" anchor="ctr" anchorCtr="0"/>
          <a:lstStyle>
            <a:defPPr>
              <a:defRPr sz="32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0" marR="0" indent="0" algn="ctr">
              <a:lnSpc>
                <a:spcPct val="90000"/>
              </a:lnSpc>
              <a:spcBef>
                <a:spcPts val="1001"/>
              </a:spcBef>
              <a:spcAft>
                <a:spcPct val="0"/>
              </a:spcAft>
              <a:defRPr sz="3200" b="0">
                <a:latin typeface="Arial"/>
                <a:ea typeface="Microsoft YaHei"/>
                <a:cs typeface="Mangal"/>
                <a:sym typeface="Arial"/>
              </a:defRPr>
            </a:pPr>
            <a:r>
              <a:rPr sz="24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Click to edit Master subtitle style</a:t>
            </a:r>
          </a:p>
        </p:txBody>
      </p:sp>
      <p:sp>
        <p:nvSpPr>
          <p:cNvPr id="4" name="" title=""/>
          <p:cNvSpPr txBox="1"/>
          <p:nvPr>
            <p:ph type="dt" idx="3"/>
          </p:nvPr>
        </p:nvSpPr>
        <p:spPr>
          <a:xfrm>
            <a:off x="838132" y="6356194"/>
            <a:ext cx="2743370" cy="365063"/>
          </a:xfrm>
          <a:prstGeom prst="rect">
            <a:avLst/>
          </a:prstGeom>
          <a:noFill/>
          <a:ln>
            <a:noFill/>
            <a:prstDash val="solid"/>
          </a:ln>
          <a:effectLst/>
        </p:spPr>
        <p:txBody>
          <a:bodyPr lIns="0" tIns="0" rIns="0" bIns="0" anchorCtr="0"/>
          <a:lstStyle/>
          <a:p>
            <a:pPr marL="0" marR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22/01/2020</a:t>
            </a:r>
          </a:p>
        </p:txBody>
      </p:sp>
      <p:sp>
        <p:nvSpPr>
          <p:cNvPr id="5" name="" title=""/>
          <p:cNvSpPr txBox="1"/>
          <p:nvPr>
            <p:ph type="sldNum" idx="4"/>
          </p:nvPr>
        </p:nvSpPr>
        <p:spPr>
          <a:xfrm>
            <a:off x="8610653" y="6356194"/>
            <a:ext cx="2743370" cy="365063"/>
          </a:xfrm>
          <a:prstGeom prst="rect">
            <a:avLst/>
          </a:prstGeom>
          <a:noFill/>
          <a:ln>
            <a:noFill/>
            <a:prstDash val="solid"/>
          </a:ln>
          <a:effectLst/>
        </p:spPr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  <p:sp>
        <p:nvSpPr>
          <p:cNvPr id="6" name="" title=""/>
          <p:cNvSpPr txBox="1"/>
          <p:nvPr>
            <p:ph type="body" idx="5"/>
          </p:nvPr>
        </p:nvSpPr>
        <p:spPr>
          <a:xfrm>
            <a:off x="609518" y="1604620"/>
            <a:ext cx="10972400" cy="452584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0" tIns="0" rIns="0" bIns="0" anchor="t" anchorCtr="0"/>
          <a:lstStyle>
            <a:defPPr>
              <a:defRPr sz="3200" b="0">
                <a:latin typeface="Arial"/>
                <a:ea typeface="Microsoft YaHei"/>
                <a:cs typeface="Mangal"/>
                <a:sym typeface="Arial"/>
              </a:defRPr>
            </a:defPPr>
          </a:lstStyle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/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" title=""/>
          <p:cNvSpPr txBox="1"/>
          <p:nvPr>
            <p:ph type="title" idx="1"/>
          </p:nvPr>
        </p:nvSpPr>
        <p:spPr>
          <a:xfrm>
            <a:off x="838132" y="365063"/>
            <a:ext cx="10515532" cy="132560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0" tIns="0" rIns="0" bIns="0" anchor="ctr" anchorCtr="0"/>
          <a:lstStyle>
            <a:defPPr>
              <a:defRPr sz="44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0" marR="0" indent="0" algn="l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b="0">
                <a:latin typeface="Arial"/>
                <a:ea typeface="Microsoft YaHei"/>
                <a:cs typeface="Mangal"/>
                <a:sym typeface="Arial"/>
              </a:defRPr>
            </a:pPr>
            <a:r>
              <a:rPr sz="4400" spc="0" baseline="0">
                <a:solidFill>
                  <a:srgbClr val="000000"/>
                </a:solidFill>
                <a:latin typeface="Calibri Light"/>
                <a:ea typeface="Arial"/>
                <a:cs typeface="Arial"/>
                <a:sym typeface="Calibri Light"/>
              </a:rPr>
              <a:t>Click to edit Master title style</a:t>
            </a:r>
          </a:p>
        </p:txBody>
      </p:sp>
      <p:sp>
        <p:nvSpPr>
          <p:cNvPr id="3" name="" title=""/>
          <p:cNvSpPr txBox="1"/>
          <p:nvPr>
            <p:ph type="body" idx="2"/>
          </p:nvPr>
        </p:nvSpPr>
        <p:spPr>
          <a:xfrm>
            <a:off x="838132" y="1825673"/>
            <a:ext cx="10515532" cy="435123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0" tIns="0" rIns="0" bIns="0" anchor="t" anchorCtr="0"/>
          <a:lstStyle>
            <a:defPPr>
              <a:defRPr sz="32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228614" marR="0" lvl="0" indent="-228614" algn="l">
              <a:lnSpc>
                <a:spcPct val="90000"/>
              </a:lnSpc>
              <a:spcBef>
                <a:spcPct val="0"/>
              </a:spcBef>
              <a:spcAft>
                <a:spcPts val="1417"/>
              </a:spcAft>
              <a:buClr>
                <a:srgbClr val="000000"/>
              </a:buClr>
              <a:buSzTx/>
              <a:buChar char="•"/>
              <a:defRPr sz="3200" b="0">
                <a:latin typeface="Arial"/>
                <a:ea typeface="Microsoft YaHei"/>
                <a:cs typeface="Mangal"/>
                <a:sym typeface="Arial"/>
              </a:defRPr>
            </a:pPr>
            <a:r>
              <a:rPr sz="28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Click to edit Master text styles</a:t>
            </a:r>
          </a:p>
          <a:p>
            <a:pPr marL="685843" marR="0" lvl="1" indent="-228614" algn="l">
              <a:lnSpc>
                <a:spcPct val="90000"/>
              </a:lnSpc>
              <a:spcBef>
                <a:spcPct val="0"/>
              </a:spcBef>
              <a:spcAft>
                <a:spcPts val="1134"/>
              </a:spcAft>
              <a:buClr>
                <a:srgbClr val="000000"/>
              </a:buClr>
              <a:buSzTx/>
              <a:buChar char="•"/>
              <a:defRPr sz="2800">
                <a:latin typeface="Arial"/>
                <a:ea typeface="Microsoft YaHei"/>
                <a:cs typeface="Mangal"/>
                <a:sym typeface="Arial"/>
              </a:defRPr>
            </a:pPr>
            <a:r>
              <a:rPr sz="24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Second level</a:t>
            </a:r>
          </a:p>
          <a:p>
            <a:pPr marL="1143071" marR="0" lvl="2" indent="-228614" algn="l">
              <a:lnSpc>
                <a:spcPct val="90000"/>
              </a:lnSpc>
              <a:spcBef>
                <a:spcPct val="0"/>
              </a:spcBef>
              <a:spcAft>
                <a:spcPts val="850"/>
              </a:spcAft>
              <a:buClr>
                <a:srgbClr val="000000"/>
              </a:buClr>
              <a:buSzTx/>
              <a:buChar char="•"/>
              <a:defRPr sz="2400">
                <a:latin typeface="Arial"/>
                <a:ea typeface="Microsoft YaHei"/>
                <a:cs typeface="Mangal"/>
                <a:sym typeface="Arial"/>
              </a:defRPr>
            </a:pPr>
            <a:r>
              <a:rPr sz="20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Third level</a:t>
            </a:r>
          </a:p>
          <a:p>
            <a:pPr marL="1600299" marR="0" lvl="3" indent="-228614" algn="l">
              <a:lnSpc>
                <a:spcPct val="90000"/>
              </a:lnSpc>
              <a:spcBef>
                <a:spcPct val="0"/>
              </a:spcBef>
              <a:spcAft>
                <a:spcPts val="567"/>
              </a:spcAft>
              <a:buClr>
                <a:srgbClr val="000000"/>
              </a:buClr>
              <a:buSzTx/>
              <a:buChar char="•"/>
              <a:defRPr sz="2000">
                <a:latin typeface="Arial"/>
                <a:ea typeface="Microsoft YaHei"/>
                <a:cs typeface="Mangal"/>
                <a:sym typeface="Arial"/>
              </a:defRPr>
            </a:pPr>
            <a:r>
              <a:rPr sz="18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Fourth level</a:t>
            </a:r>
          </a:p>
          <a:p>
            <a:pPr marL="2057528" marR="0" lvl="4" indent="-228614" algn="l">
              <a:lnSpc>
                <a:spcPct val="90000"/>
              </a:lnSpc>
              <a:spcBef>
                <a:spcPct val="0"/>
              </a:spcBef>
              <a:spcAft>
                <a:spcPts val="283"/>
              </a:spcAft>
              <a:buClr>
                <a:srgbClr val="000000"/>
              </a:buClr>
              <a:buSzTx/>
              <a:buChar char="•"/>
              <a:defRPr sz="2000">
                <a:latin typeface="Arial"/>
                <a:ea typeface="Microsoft YaHei"/>
                <a:cs typeface="Mangal"/>
                <a:sym typeface="Arial"/>
              </a:defRPr>
            </a:pPr>
            <a:r>
              <a:rPr sz="18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Fifth level</a:t>
            </a:r>
          </a:p>
        </p:txBody>
      </p:sp>
      <p:sp>
        <p:nvSpPr>
          <p:cNvPr id="4" name="" title=""/>
          <p:cNvSpPr txBox="1"/>
          <p:nvPr>
            <p:ph type="dt" idx="3"/>
          </p:nvPr>
        </p:nvSpPr>
        <p:spPr>
          <a:xfrm>
            <a:off x="838132" y="6356194"/>
            <a:ext cx="2743370" cy="365063"/>
          </a:xfrm>
          <a:prstGeom prst="rect">
            <a:avLst/>
          </a:prstGeom>
          <a:noFill/>
          <a:ln>
            <a:noFill/>
            <a:prstDash val="solid"/>
          </a:ln>
          <a:effectLst/>
        </p:spPr>
        <p:txBody>
          <a:bodyPr lIns="0" tIns="0" rIns="0" bIns="0" anchorCtr="0"/>
          <a:lstStyle/>
          <a:p>
            <a:pPr marL="0" marR="0" indent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22/01/2020</a:t>
            </a:r>
          </a:p>
        </p:txBody>
      </p:sp>
      <p:sp>
        <p:nvSpPr>
          <p:cNvPr id="5" name="" title=""/>
          <p:cNvSpPr txBox="1"/>
          <p:nvPr>
            <p:ph type="sldNum" idx="4"/>
          </p:nvPr>
        </p:nvSpPr>
        <p:spPr>
          <a:xfrm>
            <a:off x="8610653" y="6356194"/>
            <a:ext cx="2743370" cy="365063"/>
          </a:xfrm>
          <a:prstGeom prst="rect">
            <a:avLst/>
          </a:prstGeom>
          <a:noFill/>
          <a:ln>
            <a:noFill/>
            <a:prstDash val="solid"/>
          </a:ln>
          <a:effectLst/>
        </p:spPr>
        <p:txBody>
          <a:bodyPr lIns="0" tIns="0" rIns="0" bIns="0" anchorCtr="0"/>
          <a:lstStyle/>
          <a:p>
            <a:pPr marL="0" marR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‹</a:t>
            </a:r>
            <a:r>
              <a:rPr sz="1200" spc="0" baseline="0">
                <a:solidFill>
                  <a:srgbClr val="898989"/>
                </a:solidFill>
                <a:latin typeface="Calibri"/>
                <a:ea typeface="Arial"/>
                <a:cs typeface="Arial"/>
                <a:sym typeface="Calibri"/>
              </a:rPr>
              <a:t>#›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/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8.xml" /><Relationship Id="rId2" Type="http://schemas.openxmlformats.org/officeDocument/2006/relationships/notesSlide" Target="../notesSlides/notesSlide1.xml" /></Relationships>
</file>

<file path=ppt/slides/_rels/slide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9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Slide_256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" title=""/>
          <p:cNvSpPr txBox="1"/>
          <p:nvPr>
            <p:ph type="title" idx="3"/>
          </p:nvPr>
        </p:nvSpPr>
        <p:spPr>
          <a:xfrm>
            <a:off x="1523974" y="1122190"/>
            <a:ext cx="9143847" cy="238766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0" tIns="0" rIns="0" bIns="0" anchor="ctr" anchorCtr="0"/>
          <a:lstStyle>
            <a:defPPr>
              <a:defRPr sz="44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0" marR="0" indent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b="0">
                <a:latin typeface="Arial"/>
                <a:ea typeface="Microsoft YaHei"/>
                <a:cs typeface="Mangal"/>
                <a:sym typeface="Arial"/>
              </a:defRPr>
            </a:pPr>
            <a:r>
              <a:rPr sz="6000" spc="0" baseline="0">
                <a:solidFill>
                  <a:srgbClr val="000000"/>
                </a:solidFill>
                <a:latin typeface="Calibri Light"/>
                <a:ea typeface="Arial"/>
                <a:cs typeface="Arial"/>
                <a:sym typeface="Calibri Light"/>
              </a:rPr>
              <a:t>Sample PowerPoint Presentation</a:t>
            </a:r>
          </a:p>
        </p:txBody>
      </p:sp>
      <p:sp>
        <p:nvSpPr>
          <p:cNvPr id="3" name="" title=""/>
          <p:cNvSpPr txBox="1"/>
          <p:nvPr>
            <p:ph type="subTitle" idx="4"/>
          </p:nvPr>
        </p:nvSpPr>
        <p:spPr>
          <a:xfrm>
            <a:off x="1523974" y="3602024"/>
            <a:ext cx="9143847" cy="1655743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0" tIns="0" rIns="0" bIns="0" anchor="ctr" anchorCtr="0"/>
          <a:lstStyle>
            <a:defPPr>
              <a:defRPr sz="32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0" marR="0" indent="0" algn="ctr">
              <a:lnSpc>
                <a:spcPct val="90000"/>
              </a:lnSpc>
              <a:spcBef>
                <a:spcPts val="1001"/>
              </a:spcBef>
              <a:spcAft>
                <a:spcPct val="0"/>
              </a:spcAft>
              <a:defRPr sz="3200" b="0">
                <a:latin typeface="Arial"/>
                <a:ea typeface="Microsoft YaHei"/>
                <a:cs typeface="Mangal"/>
                <a:sym typeface="Arial"/>
              </a:defRPr>
            </a:pPr>
            <a:r>
              <a:rPr sz="24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GroupDocs.Assembly for Java</a:t>
            </a:r>
            <a:r>
              <a:rPr sz="24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 - Hello world!</a:t>
            </a:r>
          </a:p>
        </p:txBody>
      </p:sp>
    </p:spTree>
  </p:cSld>
  <p:clrMapOvr>
    <a:masterClrMapping/>
  </p:clrMapOvr>
  <p:transition/>
  <p:timing/>
</p:sld>
</file>

<file path=ppt/slides/slide2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Slide_257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" title=""/>
          <p:cNvSpPr txBox="1"/>
          <p:nvPr>
            <p:ph type="title" idx="3"/>
          </p:nvPr>
        </p:nvSpPr>
        <p:spPr>
          <a:xfrm>
            <a:off x="838132" y="365063"/>
            <a:ext cx="10515532" cy="132560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0" tIns="0" rIns="0" bIns="0" anchor="ctr" anchorCtr="0"/>
          <a:lstStyle>
            <a:defPPr>
              <a:defRPr sz="44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0" marR="0" indent="0" algn="l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b="0">
                <a:latin typeface="Arial"/>
                <a:ea typeface="Microsoft YaHei"/>
                <a:cs typeface="Mangal"/>
                <a:sym typeface="Arial"/>
              </a:defRPr>
            </a:pPr>
            <a:r>
              <a:rPr sz="4400" spc="0" baseline="0">
                <a:solidFill>
                  <a:srgbClr val="000000"/>
                </a:solidFill>
                <a:latin typeface="Calibri Light"/>
                <a:ea typeface="Arial"/>
                <a:cs typeface="Arial"/>
                <a:sym typeface="Calibri Light"/>
              </a:rPr>
              <a:t>Slide 1</a:t>
            </a:r>
          </a:p>
        </p:txBody>
      </p:sp>
      <p:sp>
        <p:nvSpPr>
          <p:cNvPr id="3" name="" title=""/>
          <p:cNvSpPr txBox="1"/>
          <p:nvPr>
            <p:ph type="body" idx="4"/>
          </p:nvPr>
        </p:nvSpPr>
        <p:spPr>
          <a:xfrm>
            <a:off x="838132" y="1825673"/>
            <a:ext cx="10515532" cy="435123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0" tIns="0" rIns="0" bIns="0" anchor="t" anchorCtr="0"/>
          <a:lstStyle>
            <a:defPPr>
              <a:defRPr sz="3200" b="0">
                <a:latin typeface="Arial"/>
                <a:ea typeface="Microsoft YaHei"/>
                <a:cs typeface="Mangal"/>
                <a:sym typeface="Arial"/>
              </a:defRPr>
            </a:defPPr>
          </a:lstStyle>
          <a:p>
            <a:pPr marL="228614" marR="0" lvl="0" indent="-228614" algn="l">
              <a:lnSpc>
                <a:spcPct val="90000"/>
              </a:lnSpc>
              <a:spcBef>
                <a:spcPct val="0"/>
              </a:spcBef>
              <a:spcAft>
                <a:spcPts val="1417"/>
              </a:spcAft>
              <a:buClr>
                <a:srgbClr val="000000"/>
              </a:buClr>
              <a:buSzTx/>
              <a:buChar char="•"/>
              <a:defRPr sz="3200" b="0">
                <a:latin typeface="Arial"/>
                <a:ea typeface="Microsoft YaHei"/>
                <a:cs typeface="Mangal"/>
                <a:sym typeface="Arial"/>
              </a:defRPr>
            </a:pPr>
            <a:r>
              <a:rPr sz="2800" spc="0" baseline="0">
                <a:solidFill>
                  <a:srgbClr val="000000"/>
                </a:solidFill>
                <a:latin typeface="Calibri"/>
                <a:ea typeface="Arial"/>
                <a:cs typeface="Arial"/>
                <a:sym typeface="Calibri"/>
              </a:rPr>
              <a:t>Bullet point 1</a:t>
            </a: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Presentation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r="http://schemas.openxmlformats.org/officeDocument/2006/relationships" xmlns:a="http://schemas.openxmlformats.org/drawingml/2006/main" name="Presentation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4</Paragraphs>
  <Slides>2</Slides>
  <Notes>2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baseType="lpstr" size="11">
      <vt:lpstr>Arial</vt:lpstr>
      <vt:lpstr>Calibri</vt:lpstr>
      <vt:lpstr>Microsoft YaHei</vt:lpstr>
      <vt:lpstr>Mangal</vt:lpstr>
      <vt:lpstr>Calibri Light</vt:lpstr>
      <vt:lpstr>Times New Roman</vt:lpstr>
      <vt:lpstr>Lucida Sans Unicode</vt:lpstr>
      <vt:lpstr>Tahoma</vt:lpstr>
      <vt:lpstr>Office Theme</vt:lpstr>
      <vt:lpstr>Sample PowerPoint Presentation</vt:lpstr>
      <vt:lpstr>Slide 1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Sample PPT</dc:title>
  <dc:creator>Вячеслав Дерюшев</dc:creator>
  <cp:lastModifiedBy>Вячеслав Дерюшев</cp:lastModifiedBy>
  <cp:revision>2</cp:revision>
  <cp:lastPrinted>2026-09-25T16:41:26.413</cp:lastPrinted>
  <dcterms:created xsi:type="dcterms:W3CDTF">2021-02-24T16:18:09Z</dcterms:created>
  <dcterms:modified xsi:type="dcterms:W3CDTF">2026-09-25T12:41:26Z</dcterms:modified>
</cp:coreProperties>
</file>