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71" r:id="rId2"/>
    <p:sldMasterId id="2147483683" r:id="rId3"/>
  </p:sldMasterIdLst>
  <p:notesMasterIdLst>
    <p:notesMasterId r:id="rId4"/>
  </p:notesMasterIdLst>
  <p:handoutMasterIdLst>
    <p:handoutMasterId r:id="rId5"/>
  </p:handoutMasterIdLst>
  <p:sldIdLst>
    <p:sldId id="256" r:id="rId6"/>
    <p:sldId id="257" r:id="rId7"/>
  </p:sldIdLst>
  <p:sldSz cx="12192156" cy="6858065"/>
  <p:notesSz cx="7560469" cy="10692663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 varScale="1"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viewProps" Target="viewProps.xml" /><Relationship Id="rId11" Type="http://schemas.openxmlformats.org/officeDocument/2006/relationships/theme" Target="theme/theme1.xml" /><Relationship Id="rId12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notesMaster" Target="notesMasters/notesMaster1.xml" /><Relationship Id="rId5" Type="http://schemas.openxmlformats.org/officeDocument/2006/relationships/handoutMaster" Target="handoutMasters/handout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tags" Target="tags/tag1.xml" /><Relationship Id="rId9" Type="http://schemas.openxmlformats.org/officeDocument/2006/relationships/presProps" Target="presProps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5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" name="" title=""/>
          <p:cNvSpPr txBox="1"/>
          <p:nvPr>
            <p:ph type="hdr" idx="1"/>
          </p:nvPr>
        </p:nvSpPr>
        <p:spPr>
          <a:xfrm>
            <a:off x="0" y="0"/>
            <a:ext cx="3280883" cy="534273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90006" tIns="45003" rIns="90006" bIns="45003" anchor="t" anchorCtr="0">
            <a:noAutofit/>
          </a:bodyPr>
          <a:lstStyle>
            <a:defPPr>
              <a:defRPr sz="18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>
                <a:latin typeface="Arial"/>
                <a:ea typeface="Microsoft YaHei"/>
                <a:cs typeface="Mangal"/>
                <a:sym typeface="Arial"/>
              </a:defRPr>
            </a:pPr>
          </a:p>
        </p:txBody>
      </p:sp>
      <p:sp>
        <p:nvSpPr>
          <p:cNvPr id="3" name="" title=""/>
          <p:cNvSpPr txBox="1"/>
          <p:nvPr>
            <p:ph type="dt" idx="2"/>
          </p:nvPr>
        </p:nvSpPr>
        <p:spPr>
          <a:xfrm>
            <a:off x="4279225" y="0"/>
            <a:ext cx="3280883" cy="534273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90006" tIns="45003" rIns="90006" bIns="45003" anchor="t" anchorCtr="0">
            <a:noAutofit/>
          </a:bodyPr>
          <a:lstStyle>
            <a:defPPr>
              <a:defRPr sz="18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>
                <a:latin typeface="Arial"/>
                <a:ea typeface="Microsoft YaHei"/>
                <a:cs typeface="Mangal"/>
                <a:sym typeface="Arial"/>
              </a:defRPr>
            </a:pPr>
          </a:p>
        </p:txBody>
      </p:sp>
      <p:sp>
        <p:nvSpPr>
          <p:cNvPr id="4" name="" title=""/>
          <p:cNvSpPr txBox="1"/>
          <p:nvPr>
            <p:ph type="ftr" idx="3"/>
          </p:nvPr>
        </p:nvSpPr>
        <p:spPr>
          <a:xfrm>
            <a:off x="0" y="10158030"/>
            <a:ext cx="3280883" cy="534273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90006" tIns="45003" rIns="90006" bIns="45003" anchor="b" anchorCtr="0">
            <a:noAutofit/>
          </a:bodyPr>
          <a:lstStyle>
            <a:defPPr>
              <a:defRPr sz="18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>
                <a:latin typeface="Arial"/>
                <a:ea typeface="Microsoft YaHei"/>
                <a:cs typeface="Mangal"/>
                <a:sym typeface="Arial"/>
              </a:defRPr>
            </a:pPr>
          </a:p>
        </p:txBody>
      </p:sp>
      <p:sp>
        <p:nvSpPr>
          <p:cNvPr id="5" name="" title=""/>
          <p:cNvSpPr txBox="1"/>
          <p:nvPr>
            <p:ph type="sldNum" idx="4"/>
          </p:nvPr>
        </p:nvSpPr>
        <p:spPr>
          <a:xfrm>
            <a:off x="4279225" y="10158030"/>
            <a:ext cx="3280883" cy="534273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90006" tIns="45003" rIns="90006" bIns="45003" anchor="b" anchorCtr="0">
            <a:noAutofit/>
          </a:bodyPr>
          <a:lstStyle>
            <a:defPPr>
              <a:defRPr sz="18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>
                <a:latin typeface="Arial"/>
                <a:ea typeface="Microsoft YaHei"/>
                <a:cs typeface="Mangal"/>
                <a:sym typeface="Arial"/>
              </a:defRPr>
            </a:pPr>
            <a:fld id="{93AE1883-0942-4AA3-9DB2-9C7C3A0314B1}" type="slidenum">
              <a:rPr sz="1800" b="0" i="0" u="none">
                <a:solidFill>
                  <a:srgbClr val="000000"/>
                </a:solidFill>
                <a:effectLst/>
                <a:latin typeface="Arial"/>
                <a:ea typeface="Microsoft YaHei"/>
                <a:cs typeface="Mangal"/>
                <a:sym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4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Header 1" title="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Time 2" title=""/>
          <p:cNvSpPr txBox="1">
            <a:spLocks noGrp="1"/>
          </p:cNvSpPr>
          <p:nvPr>
            <p:ph type="dt" idx="1"/>
          </p:nvPr>
        </p:nvSpPr>
        <p:spPr>
          <a:xfrm>
            <a:off x="4645819" y="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5F71A-9D09-405B-BEA6-3FB174C8DA43}" type="datetimeFigureOut">
              <a:t>13.10.2026</a:t>
            </a:fld>
          </a:p>
        </p:txBody>
      </p:sp>
      <p:sp>
        <p:nvSpPr>
          <p:cNvPr id="4" name="SlideImage 3" title=""/>
          <p:cNvSpPr>
            <a:spLocks noGrp="1" noRot="1" noChangeAspect="1"/>
          </p:cNvSpPr>
          <p:nvPr>
            <p:ph type="sldImg" idx="2"/>
          </p:nvPr>
        </p:nvSpPr>
        <p:spPr>
          <a:xfrm>
            <a:off x="1037025" y="1143000"/>
            <a:ext cx="548641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4" title="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sz="1200"/>
            </a:defPPr>
          </a:lstStyle>
          <a:p>
            <a:r>
              <a:rPr smtClean="0"/>
              <a:t>First Level</a:t>
            </a:r>
          </a:p>
          <a:p>
            <a:pPr lvl="1"/>
            <a:r>
              <a:rPr smtClean="0"/>
              <a:t>Second Level</a:t>
            </a:r>
          </a:p>
          <a:p>
            <a:pPr lvl="2"/>
            <a:r>
              <a:rPr smtClean="0"/>
              <a:t>Third level</a:t>
            </a:r>
          </a:p>
          <a:p>
            <a:pPr lvl="3"/>
            <a:r>
              <a:rPr smtClean="0"/>
              <a:t>Fourth level</a:t>
            </a:r>
          </a:p>
          <a:p>
            <a:pPr lvl="4"/>
            <a:r>
              <a:rPr smtClean="0"/>
              <a:t>Fifth level</a:t>
            </a:r>
          </a:p>
        </p:txBody>
      </p:sp>
      <p:sp>
        <p:nvSpPr>
          <p:cNvPr id="6" name="Footer 5" title=""/>
          <p:cNvSpPr>
            <a:spLocks noGrp="1"/>
          </p:cNvSpPr>
          <p:nvPr>
            <p:ph type="ftr" sz="quarter" idx="4"/>
          </p:nvPr>
        </p:nvSpPr>
        <p:spPr>
          <a:xfrm>
            <a:off x="0" y="10197363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Number 6" title=""/>
          <p:cNvSpPr txBox="1">
            <a:spLocks noGrp="1"/>
          </p:cNvSpPr>
          <p:nvPr>
            <p:ph type="sldNum" sz="quarter" idx="5"/>
          </p:nvPr>
        </p:nvSpPr>
        <p:spPr>
          <a:xfrm>
            <a:off x="4645819" y="10197363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82CC4-B128-4479-B9FB-D88D45DE4F61}" type="slidenum">
              <a:rPr smtClean="0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>
            <a:spLocks noGrp="1"/>
          </p:cNvSpPr>
          <p:nvPr>
            <p:ph type="body" idx="1"/>
          </p:nvPr>
        </p:nvSpPr>
        <p:spPr/>
        <p:txBody>
          <a:bodyPr lIns="0" tIns="0" rIns="0" bIns="0" anchorCtr="1">
            <a:normAutofit/>
          </a:bodyPr>
          <a:lstStyle/>
          <a:p/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>
            <a:spLocks noGrp="1"/>
          </p:cNvSpPr>
          <p:nvPr>
            <p:ph type="body" idx="1"/>
          </p:nvPr>
        </p:nvSpPr>
        <p:spPr/>
        <p:txBody>
          <a:bodyPr lIns="0" tIns="0" rIns="0" bIns="0" anchorCtr="1">
            <a:normAutofit/>
          </a:bodyPr>
          <a:lstStyle/>
          <a:p/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91446" tIns="45723" rIns="91446" bIns="45723" anchor="ctr" anchorCtr="0"/>
          <a:lstStyle/>
          <a:p>
            <a:fld id="{32ED64B5-8A78-4DDD-9625-879C8E037CF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91446" tIns="45723" rIns="91446" bIns="45723" anchor="ctr" anchorCtr="0"/>
          <a:lstStyle/>
          <a:p>
            <a:fld id="{CD351D3F-FA01-469F-8EA6-4F1F181B14D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91446" tIns="45723" rIns="91446" bIns="45723" anchor="ctr" anchorCtr="0"/>
          <a:lstStyle/>
          <a:p>
            <a:fld id="{C322A7A8-CE5C-4AA8-9527-61D3102DCFB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91446" tIns="45723" rIns="91446" bIns="45723" anchor="ctr" anchorCtr="0"/>
          <a:lstStyle/>
          <a:p>
            <a:fld id="{135F3AD7-F0B8-4C42-8479-9149A9353E5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 lIns="91446" tIns="45723" rIns="91446" bIns="45723" anchor="ctr" anchorCtr="0"/>
          <a:lstStyle/>
          <a:p>
            <a:fld id="{0818A7C3-5EC3-4107-8E49-99FD4201557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 lIns="91446" tIns="45723" rIns="91446" bIns="45723" anchor="ctr" anchorCtr="0"/>
          <a:lstStyle/>
          <a:p>
            <a:fld id="{E45857B8-471B-45D1-BCD5-196F756E552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 lIns="91446" tIns="45723" rIns="91446" bIns="45723" anchor="ctr" anchorCtr="0"/>
          <a:lstStyle/>
          <a:p>
            <a:fld id="{7D5F39F5-4970-4E35-AED5-B2422B918E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91446" tIns="45723" rIns="91446" bIns="45723" anchor="ctr" anchorCtr="0"/>
          <a:lstStyle/>
          <a:p>
            <a:fld id="{2605C728-C5D3-482A-B092-48960685126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91446" tIns="45723" rIns="91446" bIns="45723" anchor="ctr" anchorCtr="0"/>
          <a:lstStyle/>
          <a:p>
            <a:fld id="{8B75E2A3-7FAD-47A9-981F-E6F09D04F33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91446" tIns="45723" rIns="91446" bIns="45723" anchor="ctr" anchorCtr="0"/>
          <a:lstStyle/>
          <a:p>
            <a:fld id="{44903253-3838-4CC8-9CE4-E23A99DE73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91446" tIns="45723" rIns="91446" bIns="45723" anchor="ctr" anchorCtr="0"/>
          <a:lstStyle/>
          <a:p>
            <a:fld id="{FF990493-DC5F-4695-9694-04BF9B41690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 lIns="0" tIns="0" rIns="0" bIns="0" anchorCtr="0"/>
          <a:lstStyle/>
          <a:p/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32ED64B5-8A78-4DDD-9625-879C8E037CF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CD351D3F-FA01-469F-8EA6-4F1F181B14D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C322A7A8-CE5C-4AA8-9527-61D3102DCFB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0" tIns="0" rIns="0" bIns="0" anchorCtr="0"/>
          <a:lstStyle/>
          <a:p>
            <a:fld id="{135F3AD7-F0B8-4C42-8479-9149A9353E5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 lIns="0" tIns="0" rIns="0" bIns="0" anchorCtr="0"/>
          <a:lstStyle/>
          <a:p>
            <a:fld id="{0818A7C3-5EC3-4107-8E49-99FD4201557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 lIns="0" tIns="0" rIns="0" bIns="0" anchorCtr="0"/>
          <a:lstStyle/>
          <a:p>
            <a:fld id="{E45857B8-471B-45D1-BCD5-196F756E552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 lIns="0" tIns="0" rIns="0" bIns="0" anchorCtr="0"/>
          <a:lstStyle/>
          <a:p>
            <a:fld id="{7D5F39F5-4970-4E35-AED5-B2422B918E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0" tIns="0" rIns="0" bIns="0" anchorCtr="0"/>
          <a:lstStyle/>
          <a:p>
            <a:fld id="{2605C728-C5D3-482A-B092-48960685126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0" tIns="0" rIns="0" bIns="0" anchorCtr="0"/>
          <a:lstStyle/>
          <a:p>
            <a:fld id="{8B75E2A3-7FAD-47A9-981F-E6F09D04F33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44903253-3838-4CC8-9CE4-E23A99DE73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FF990493-DC5F-4695-9694-04BF9B41690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32ED64B5-8A78-4DDD-9625-879C8E037CF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CD351D3F-FA01-469F-8EA6-4F1F181B14D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C322A7A8-CE5C-4AA8-9527-61D3102DCFB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0" tIns="0" rIns="0" bIns="0" anchorCtr="0"/>
          <a:lstStyle/>
          <a:p>
            <a:fld id="{135F3AD7-F0B8-4C42-8479-9149A9353E5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 lIns="0" tIns="0" rIns="0" bIns="0" anchorCtr="0"/>
          <a:lstStyle/>
          <a:p>
            <a:fld id="{0818A7C3-5EC3-4107-8E49-99FD4201557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 lIns="0" tIns="0" rIns="0" bIns="0" anchorCtr="0"/>
          <a:lstStyle/>
          <a:p>
            <a:fld id="{E45857B8-471B-45D1-BCD5-196F756E552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 lIns="0" tIns="0" rIns="0" bIns="0" anchorCtr="0"/>
          <a:lstStyle/>
          <a:p>
            <a:fld id="{7D5F39F5-4970-4E35-AED5-B2422B918E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0" tIns="0" rIns="0" bIns="0" anchorCtr="0"/>
          <a:lstStyle/>
          <a:p>
            <a:fld id="{2605C728-C5D3-482A-B092-48960685126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 lIns="0" tIns="0" rIns="0" bIns="0" anchorCtr="0"/>
          <a:lstStyle/>
          <a:p>
            <a:fld id="{8B75E2A3-7FAD-47A9-981F-E6F09D04F33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44903253-3838-4CC8-9CE4-E23A99DE73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 lIns="0" tIns="0" rIns="0" bIns="0" anchorCtr="0"/>
          <a:lstStyle/>
          <a:p>
            <a:fld id="{FF990493-DC5F-4695-9694-04BF9B41690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7" name="" title=""/>
          <p:cNvSpPr txBox="1"/>
          <p:nvPr>
            <p:ph type="title" idx="1"/>
          </p:nvPr>
        </p:nvSpPr>
        <p:spPr>
          <a:xfrm>
            <a:off x="838132" y="365063"/>
            <a:ext cx="10515532" cy="132560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91446" tIns="45723" rIns="91446" bIns="45723" anchor="ctr" anchorCtr="0"/>
          <a:lstStyle>
            <a:defPPr>
              <a:defRPr sz="44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4400" spc="0" baseline="0">
                <a:solidFill>
                  <a:srgbClr val="000000"/>
                </a:solidFill>
                <a:latin typeface="Calibri Light"/>
                <a:ea typeface="Arial"/>
                <a:cs typeface="Arial"/>
                <a:sym typeface="Calibri Light"/>
              </a:rPr>
              <a:t>Click to edit Master title style</a:t>
            </a:r>
          </a:p>
        </p:txBody>
      </p:sp>
      <p:sp>
        <p:nvSpPr>
          <p:cNvPr id="8" name="" title=""/>
          <p:cNvSpPr txBox="1"/>
          <p:nvPr>
            <p:ph type="body" idx="2"/>
          </p:nvPr>
        </p:nvSpPr>
        <p:spPr>
          <a:xfrm>
            <a:off x="838132" y="1825673"/>
            <a:ext cx="10515532" cy="435123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91446" tIns="45723" rIns="91446" bIns="45723" anchor="t" anchorCtr="0"/>
          <a:lstStyle>
            <a:defPPr>
              <a:defRPr sz="32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228614" marR="0" lvl="0" indent="-228614" algn="l">
              <a:lnSpc>
                <a:spcPct val="90000"/>
              </a:lnSpc>
              <a:spcBef>
                <a:spcPct val="0"/>
              </a:spcBef>
              <a:spcAft>
                <a:spcPts val="1417"/>
              </a:spcAft>
              <a:buClr>
                <a:srgbClr val="000000"/>
              </a:buClr>
              <a:buSzTx/>
              <a:buChar char="•"/>
              <a:defRPr sz="32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28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Click to edit Master text styles</a:t>
            </a:r>
          </a:p>
          <a:p>
            <a:pPr marL="685843" marR="0" lvl="1" indent="-228614" algn="l">
              <a:lnSpc>
                <a:spcPct val="90000"/>
              </a:lnSpc>
              <a:spcBef>
                <a:spcPct val="0"/>
              </a:spcBef>
              <a:spcAft>
                <a:spcPts val="1134"/>
              </a:spcAft>
              <a:buClr>
                <a:srgbClr val="000000"/>
              </a:buClr>
              <a:buSzTx/>
              <a:buChar char="•"/>
              <a:defRPr sz="2800">
                <a:latin typeface="Arial"/>
                <a:ea typeface="Microsoft YaHei"/>
                <a:cs typeface="Mangal"/>
                <a:sym typeface="Arial"/>
              </a:defRPr>
            </a:pPr>
            <a:r>
              <a:rPr sz="24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Second level</a:t>
            </a:r>
          </a:p>
          <a:p>
            <a:pPr marL="1143071" marR="0" lvl="2" indent="-228614" algn="l">
              <a:lnSpc>
                <a:spcPct val="90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Tx/>
              <a:buChar char="•"/>
              <a:defRPr sz="2400">
                <a:latin typeface="Arial"/>
                <a:ea typeface="Microsoft YaHei"/>
                <a:cs typeface="Mangal"/>
                <a:sym typeface="Arial"/>
              </a:defRPr>
            </a:pPr>
            <a:r>
              <a:rPr sz="20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Third level</a:t>
            </a:r>
          </a:p>
          <a:p>
            <a:pPr marL="1600299" marR="0" lvl="3" indent="-228614" algn="l">
              <a:lnSpc>
                <a:spcPct val="90000"/>
              </a:lnSpc>
              <a:spcBef>
                <a:spcPct val="0"/>
              </a:spcBef>
              <a:spcAft>
                <a:spcPts val="567"/>
              </a:spcAft>
              <a:buClr>
                <a:srgbClr val="000000"/>
              </a:buClr>
              <a:buSzTx/>
              <a:buChar char="•"/>
              <a:defRPr sz="2000">
                <a:latin typeface="Arial"/>
                <a:ea typeface="Microsoft YaHei"/>
                <a:cs typeface="Mangal"/>
                <a:sym typeface="Arial"/>
              </a:defRPr>
            </a:pPr>
            <a:r>
              <a:rPr sz="18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Fourth level</a:t>
            </a:r>
          </a:p>
          <a:p>
            <a:pPr marL="2057528" marR="0" lvl="4" indent="-228614" algn="l">
              <a:lnSpc>
                <a:spcPct val="90000"/>
              </a:lnSpc>
              <a:spcBef>
                <a:spcPct val="0"/>
              </a:spcBef>
              <a:spcAft>
                <a:spcPts val="283"/>
              </a:spcAft>
              <a:buClr>
                <a:srgbClr val="000000"/>
              </a:buClr>
              <a:buSzTx/>
              <a:buChar char="•"/>
              <a:defRPr sz="2000">
                <a:latin typeface="Arial"/>
                <a:ea typeface="Microsoft YaHei"/>
                <a:cs typeface="Mangal"/>
                <a:sym typeface="Arial"/>
              </a:defRPr>
            </a:pPr>
            <a:r>
              <a:rPr sz="18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Fifth level</a:t>
            </a:r>
          </a:p>
        </p:txBody>
      </p:sp>
      <p:sp>
        <p:nvSpPr>
          <p:cNvPr id="9" name="" title=""/>
          <p:cNvSpPr txBox="1"/>
          <p:nvPr>
            <p:ph type="dt" idx="3"/>
          </p:nvPr>
        </p:nvSpPr>
        <p:spPr>
          <a:xfrm>
            <a:off x="838132" y="6356194"/>
            <a:ext cx="2743370" cy="365063"/>
          </a:xfrm>
          <a:prstGeom prst="rect">
            <a:avLst/>
          </a:prstGeom>
          <a:noFill/>
          <a:ln>
            <a:noFill/>
            <a:prstDash val="solid"/>
          </a:ln>
          <a:effectLst/>
        </p:spPr>
        <p:txBody>
          <a:bodyPr lIns="91446" tIns="45723" rIns="91446" bIns="45723" anchor="ctr" anchorCtr="0"/>
          <a:lstStyle/>
          <a:p>
            <a:pPr marL="0" marR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22/01/2020</a:t>
            </a:r>
          </a:p>
        </p:txBody>
      </p:sp>
      <p:sp>
        <p:nvSpPr>
          <p:cNvPr id="10" name="" title=""/>
          <p:cNvSpPr txBox="1"/>
          <p:nvPr>
            <p:ph type="ftr" idx="4"/>
          </p:nvPr>
        </p:nvSpPr>
        <p:spPr>
          <a:xfrm>
            <a:off x="4038730" y="6356194"/>
            <a:ext cx="4114695" cy="365063"/>
          </a:xfrm>
          <a:prstGeom prst="rect">
            <a:avLst/>
          </a:prstGeom>
          <a:noFill/>
          <a:ln>
            <a:noFill/>
            <a:prstDash val="solid"/>
          </a:ln>
          <a:effectLst/>
        </p:spPr>
        <p:txBody>
          <a:bodyPr lIns="0" tIns="0" rIns="0" bIns="0" anchorCtr="0"/>
          <a:lstStyle/>
          <a:p/>
        </p:txBody>
      </p:sp>
      <p:sp>
        <p:nvSpPr>
          <p:cNvPr id="11" name="" title=""/>
          <p:cNvSpPr txBox="1"/>
          <p:nvPr>
            <p:ph type="sldNum" idx="5"/>
          </p:nvPr>
        </p:nvSpPr>
        <p:spPr>
          <a:xfrm>
            <a:off x="8610653" y="6356194"/>
            <a:ext cx="2743370" cy="365063"/>
          </a:xfrm>
          <a:prstGeom prst="rect">
            <a:avLst/>
          </a:prstGeom>
          <a:noFill/>
          <a:ln>
            <a:noFill/>
            <a:prstDash val="solid"/>
          </a:ln>
          <a:effectLst/>
        </p:spPr>
        <p:txBody>
          <a:bodyPr lIns="91446" tIns="45723" rIns="91446" bIns="45723" anchor="ctr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/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" title=""/>
          <p:cNvSpPr txBox="1"/>
          <p:nvPr>
            <p:ph type="title" idx="1"/>
          </p:nvPr>
        </p:nvSpPr>
        <p:spPr>
          <a:xfrm>
            <a:off x="1523974" y="1122190"/>
            <a:ext cx="9143847" cy="238766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b" anchorCtr="0"/>
          <a:lstStyle>
            <a:defPPr>
              <a:defRPr sz="44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6000" spc="0" baseline="0">
                <a:solidFill>
                  <a:srgbClr val="000000"/>
                </a:solidFill>
                <a:latin typeface="Calibri Light"/>
                <a:ea typeface="Arial"/>
                <a:cs typeface="Arial"/>
                <a:sym typeface="Calibri Light"/>
              </a:rPr>
              <a:t>Click to edit Master title style</a:t>
            </a:r>
          </a:p>
        </p:txBody>
      </p:sp>
      <p:sp>
        <p:nvSpPr>
          <p:cNvPr id="3" name="" title=""/>
          <p:cNvSpPr txBox="1"/>
          <p:nvPr>
            <p:ph type="subTitle" idx="2"/>
          </p:nvPr>
        </p:nvSpPr>
        <p:spPr>
          <a:xfrm>
            <a:off x="1523974" y="3602024"/>
            <a:ext cx="9143847" cy="165574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ctr" anchorCtr="0"/>
          <a:lstStyle>
            <a:defPPr>
              <a:defRPr sz="32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ctr">
              <a:lnSpc>
                <a:spcPct val="90000"/>
              </a:lnSpc>
              <a:spcBef>
                <a:spcPts val="1001"/>
              </a:spcBef>
              <a:spcAft>
                <a:spcPct val="0"/>
              </a:spcAft>
              <a:defRPr sz="32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24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Click to edit Master subtitle style</a:t>
            </a:r>
          </a:p>
        </p:txBody>
      </p:sp>
      <p:sp>
        <p:nvSpPr>
          <p:cNvPr id="4" name="" title=""/>
          <p:cNvSpPr txBox="1"/>
          <p:nvPr>
            <p:ph type="dt" idx="3"/>
          </p:nvPr>
        </p:nvSpPr>
        <p:spPr>
          <a:xfrm>
            <a:off x="838132" y="6356194"/>
            <a:ext cx="2743370" cy="365063"/>
          </a:xfrm>
          <a:prstGeom prst="rect">
            <a:avLst/>
          </a:prstGeom>
          <a:noFill/>
          <a:ln>
            <a:noFill/>
            <a:prstDash val="solid"/>
          </a:ln>
          <a:effectLst/>
        </p:spPr>
        <p:txBody>
          <a:bodyPr lIns="0" tIns="0" rIns="0" bIns="0" anchorCtr="0"/>
          <a:lstStyle/>
          <a:p>
            <a:pPr marL="0" marR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22/01/2020</a:t>
            </a:r>
          </a:p>
        </p:txBody>
      </p:sp>
      <p:sp>
        <p:nvSpPr>
          <p:cNvPr id="5" name="" title=""/>
          <p:cNvSpPr txBox="1"/>
          <p:nvPr>
            <p:ph type="sldNum" idx="4"/>
          </p:nvPr>
        </p:nvSpPr>
        <p:spPr>
          <a:xfrm>
            <a:off x="8610653" y="6356194"/>
            <a:ext cx="2743370" cy="365063"/>
          </a:xfrm>
          <a:prstGeom prst="rect">
            <a:avLst/>
          </a:prstGeom>
          <a:noFill/>
          <a:ln>
            <a:noFill/>
            <a:prstDash val="solid"/>
          </a:ln>
          <a:effectLst/>
        </p:spPr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  <p:sp>
        <p:nvSpPr>
          <p:cNvPr id="6" name="" title=""/>
          <p:cNvSpPr txBox="1"/>
          <p:nvPr>
            <p:ph type="body" idx="5"/>
          </p:nvPr>
        </p:nvSpPr>
        <p:spPr>
          <a:xfrm>
            <a:off x="609518" y="1604620"/>
            <a:ext cx="10972400" cy="45258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t" anchorCtr="0"/>
          <a:lstStyle>
            <a:defPPr>
              <a:defRPr sz="3200" b="0">
                <a:latin typeface="Arial"/>
                <a:ea typeface="Microsoft YaHei"/>
                <a:cs typeface="Mangal"/>
                <a:sym typeface="Arial"/>
              </a:defRPr>
            </a:def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/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" title=""/>
          <p:cNvSpPr txBox="1"/>
          <p:nvPr>
            <p:ph type="title" idx="1"/>
          </p:nvPr>
        </p:nvSpPr>
        <p:spPr>
          <a:xfrm>
            <a:off x="838132" y="365063"/>
            <a:ext cx="10515532" cy="132560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ctr" anchorCtr="0"/>
          <a:lstStyle>
            <a:defPPr>
              <a:defRPr sz="44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4400" spc="0" baseline="0">
                <a:solidFill>
                  <a:srgbClr val="000000"/>
                </a:solidFill>
                <a:latin typeface="Calibri Light"/>
                <a:ea typeface="Arial"/>
                <a:cs typeface="Arial"/>
                <a:sym typeface="Calibri Light"/>
              </a:rPr>
              <a:t>Click to edit Master title style</a:t>
            </a:r>
          </a:p>
        </p:txBody>
      </p:sp>
      <p:sp>
        <p:nvSpPr>
          <p:cNvPr id="3" name="" title=""/>
          <p:cNvSpPr txBox="1"/>
          <p:nvPr>
            <p:ph type="body" idx="2"/>
          </p:nvPr>
        </p:nvSpPr>
        <p:spPr>
          <a:xfrm>
            <a:off x="838132" y="1825673"/>
            <a:ext cx="10515532" cy="435123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t" anchorCtr="0"/>
          <a:lstStyle>
            <a:defPPr>
              <a:defRPr sz="32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228614" marR="0" lvl="0" indent="-228614" algn="l">
              <a:lnSpc>
                <a:spcPct val="90000"/>
              </a:lnSpc>
              <a:spcBef>
                <a:spcPct val="0"/>
              </a:spcBef>
              <a:spcAft>
                <a:spcPts val="1417"/>
              </a:spcAft>
              <a:buClr>
                <a:srgbClr val="000000"/>
              </a:buClr>
              <a:buSzTx/>
              <a:buChar char="•"/>
              <a:defRPr sz="32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28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Click to edit Master text styles</a:t>
            </a:r>
          </a:p>
          <a:p>
            <a:pPr marL="685843" marR="0" lvl="1" indent="-228614" algn="l">
              <a:lnSpc>
                <a:spcPct val="90000"/>
              </a:lnSpc>
              <a:spcBef>
                <a:spcPct val="0"/>
              </a:spcBef>
              <a:spcAft>
                <a:spcPts val="1134"/>
              </a:spcAft>
              <a:buClr>
                <a:srgbClr val="000000"/>
              </a:buClr>
              <a:buSzTx/>
              <a:buChar char="•"/>
              <a:defRPr sz="2800">
                <a:latin typeface="Arial"/>
                <a:ea typeface="Microsoft YaHei"/>
                <a:cs typeface="Mangal"/>
                <a:sym typeface="Arial"/>
              </a:defRPr>
            </a:pPr>
            <a:r>
              <a:rPr sz="24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Second level</a:t>
            </a:r>
          </a:p>
          <a:p>
            <a:pPr marL="1143071" marR="0" lvl="2" indent="-228614" algn="l">
              <a:lnSpc>
                <a:spcPct val="90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Tx/>
              <a:buChar char="•"/>
              <a:defRPr sz="2400">
                <a:latin typeface="Arial"/>
                <a:ea typeface="Microsoft YaHei"/>
                <a:cs typeface="Mangal"/>
                <a:sym typeface="Arial"/>
              </a:defRPr>
            </a:pPr>
            <a:r>
              <a:rPr sz="20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Third level</a:t>
            </a:r>
          </a:p>
          <a:p>
            <a:pPr marL="1600299" marR="0" lvl="3" indent="-228614" algn="l">
              <a:lnSpc>
                <a:spcPct val="90000"/>
              </a:lnSpc>
              <a:spcBef>
                <a:spcPct val="0"/>
              </a:spcBef>
              <a:spcAft>
                <a:spcPts val="567"/>
              </a:spcAft>
              <a:buClr>
                <a:srgbClr val="000000"/>
              </a:buClr>
              <a:buSzTx/>
              <a:buChar char="•"/>
              <a:defRPr sz="2000">
                <a:latin typeface="Arial"/>
                <a:ea typeface="Microsoft YaHei"/>
                <a:cs typeface="Mangal"/>
                <a:sym typeface="Arial"/>
              </a:defRPr>
            </a:pPr>
            <a:r>
              <a:rPr sz="18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Fourth level</a:t>
            </a:r>
          </a:p>
          <a:p>
            <a:pPr marL="2057528" marR="0" lvl="4" indent="-228614" algn="l">
              <a:lnSpc>
                <a:spcPct val="90000"/>
              </a:lnSpc>
              <a:spcBef>
                <a:spcPct val="0"/>
              </a:spcBef>
              <a:spcAft>
                <a:spcPts val="283"/>
              </a:spcAft>
              <a:buClr>
                <a:srgbClr val="000000"/>
              </a:buClr>
              <a:buSzTx/>
              <a:buChar char="•"/>
              <a:defRPr sz="2000">
                <a:latin typeface="Arial"/>
                <a:ea typeface="Microsoft YaHei"/>
                <a:cs typeface="Mangal"/>
                <a:sym typeface="Arial"/>
              </a:defRPr>
            </a:pPr>
            <a:r>
              <a:rPr sz="18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Fifth level</a:t>
            </a:r>
          </a:p>
        </p:txBody>
      </p:sp>
      <p:sp>
        <p:nvSpPr>
          <p:cNvPr id="4" name="" title=""/>
          <p:cNvSpPr txBox="1"/>
          <p:nvPr>
            <p:ph type="dt" idx="3"/>
          </p:nvPr>
        </p:nvSpPr>
        <p:spPr>
          <a:xfrm>
            <a:off x="838132" y="6356194"/>
            <a:ext cx="2743370" cy="365063"/>
          </a:xfrm>
          <a:prstGeom prst="rect">
            <a:avLst/>
          </a:prstGeom>
          <a:noFill/>
          <a:ln>
            <a:noFill/>
            <a:prstDash val="solid"/>
          </a:ln>
          <a:effectLst/>
        </p:spPr>
        <p:txBody>
          <a:bodyPr lIns="0" tIns="0" rIns="0" bIns="0" anchorCtr="0"/>
          <a:lstStyle/>
          <a:p>
            <a:pPr marL="0" marR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22/01/2020</a:t>
            </a:r>
          </a:p>
        </p:txBody>
      </p:sp>
      <p:sp>
        <p:nvSpPr>
          <p:cNvPr id="5" name="" title=""/>
          <p:cNvSpPr txBox="1"/>
          <p:nvPr>
            <p:ph type="sldNum" idx="4"/>
          </p:nvPr>
        </p:nvSpPr>
        <p:spPr>
          <a:xfrm>
            <a:off x="8610653" y="6356194"/>
            <a:ext cx="2743370" cy="365063"/>
          </a:xfrm>
          <a:prstGeom prst="rect">
            <a:avLst/>
          </a:prstGeom>
          <a:noFill/>
          <a:ln>
            <a:noFill/>
            <a:prstDash val="solid"/>
          </a:ln>
          <a:effectLst/>
        </p:spPr>
        <p:txBody>
          <a:bodyPr lIns="0" tIns="0" rIns="0" bIns="0" anchorCtr="0"/>
          <a:lstStyle/>
          <a:p>
            <a:pPr marL="0" marR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‹</a:t>
            </a:r>
            <a:r>
              <a:rPr sz="1200" spc="0" baseline="0">
                <a:solidFill>
                  <a:srgbClr val="898989"/>
                </a:solidFill>
                <a:latin typeface="Calibri"/>
                <a:ea typeface="Arial"/>
                <a:cs typeface="Arial"/>
                <a:sym typeface="Calibri"/>
              </a:rPr>
              <a:t>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/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_256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" title=""/>
          <p:cNvSpPr txBox="1"/>
          <p:nvPr>
            <p:ph type="title" idx="3"/>
          </p:nvPr>
        </p:nvSpPr>
        <p:spPr>
          <a:xfrm>
            <a:off x="1523974" y="1122190"/>
            <a:ext cx="9143847" cy="238766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ctr" anchorCtr="0"/>
          <a:lstStyle>
            <a:defPPr>
              <a:defRPr sz="44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6000" spc="0" baseline="0">
                <a:solidFill>
                  <a:srgbClr val="000000"/>
                </a:solidFill>
                <a:latin typeface="Calibri Light"/>
                <a:ea typeface="Arial"/>
                <a:cs typeface="Arial"/>
                <a:sym typeface="Calibri Light"/>
              </a:rPr>
              <a:t>Sample PowerPoint Presentation</a:t>
            </a:r>
          </a:p>
        </p:txBody>
      </p:sp>
      <p:sp>
        <p:nvSpPr>
          <p:cNvPr id="3" name="" title=""/>
          <p:cNvSpPr txBox="1"/>
          <p:nvPr>
            <p:ph type="subTitle" idx="4"/>
          </p:nvPr>
        </p:nvSpPr>
        <p:spPr>
          <a:xfrm>
            <a:off x="1523974" y="3602024"/>
            <a:ext cx="9143847" cy="165574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ctr" anchorCtr="0"/>
          <a:lstStyle>
            <a:defPPr>
              <a:defRPr sz="32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ctr">
              <a:lnSpc>
                <a:spcPct val="90000"/>
              </a:lnSpc>
              <a:spcBef>
                <a:spcPts val="1001"/>
              </a:spcBef>
              <a:spcAft>
                <a:spcPct val="0"/>
              </a:spcAft>
              <a:defRPr sz="32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24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GroupDocs.Assembly for Java</a:t>
            </a:r>
            <a:r>
              <a:rPr sz="24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 - Hello world!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_257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" title=""/>
          <p:cNvSpPr txBox="1"/>
          <p:nvPr>
            <p:ph type="title" idx="3"/>
          </p:nvPr>
        </p:nvSpPr>
        <p:spPr>
          <a:xfrm>
            <a:off x="838132" y="365063"/>
            <a:ext cx="10515532" cy="132560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ctr" anchorCtr="0"/>
          <a:lstStyle>
            <a:defPPr>
              <a:defRPr sz="44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0" marR="0" indent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4400" spc="0" baseline="0">
                <a:solidFill>
                  <a:srgbClr val="000000"/>
                </a:solidFill>
                <a:latin typeface="Calibri Light"/>
                <a:ea typeface="Arial"/>
                <a:cs typeface="Arial"/>
                <a:sym typeface="Calibri Light"/>
              </a:rPr>
              <a:t>Slide 1</a:t>
            </a:r>
          </a:p>
        </p:txBody>
      </p:sp>
      <p:sp>
        <p:nvSpPr>
          <p:cNvPr id="3" name="" title=""/>
          <p:cNvSpPr txBox="1"/>
          <p:nvPr>
            <p:ph type="body" idx="4"/>
          </p:nvPr>
        </p:nvSpPr>
        <p:spPr>
          <a:xfrm>
            <a:off x="838132" y="1825673"/>
            <a:ext cx="10515532" cy="435123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t" anchorCtr="0"/>
          <a:lstStyle>
            <a:defPPr>
              <a:defRPr sz="3200" b="0">
                <a:latin typeface="Arial"/>
                <a:ea typeface="Microsoft YaHei"/>
                <a:cs typeface="Mangal"/>
                <a:sym typeface="Arial"/>
              </a:defRPr>
            </a:defPPr>
          </a:lstStyle>
          <a:p>
            <a:pPr marL="228614" marR="0" lvl="0" indent="-228614" algn="l">
              <a:lnSpc>
                <a:spcPct val="90000"/>
              </a:lnSpc>
              <a:spcBef>
                <a:spcPct val="0"/>
              </a:spcBef>
              <a:spcAft>
                <a:spcPts val="1417"/>
              </a:spcAft>
              <a:buClr>
                <a:srgbClr val="000000"/>
              </a:buClr>
              <a:buSzTx/>
              <a:buChar char="•"/>
              <a:defRPr sz="3200" b="0">
                <a:latin typeface="Arial"/>
                <a:ea typeface="Microsoft YaHei"/>
                <a:cs typeface="Mangal"/>
                <a:sym typeface="Arial"/>
              </a:defRPr>
            </a:pPr>
            <a:r>
              <a:rPr sz="2800" spc="0" baseline="0">
                <a:solidFill>
                  <a:srgbClr val="000000"/>
                </a:solidFill>
                <a:latin typeface="Calibri"/>
                <a:ea typeface="Arial"/>
                <a:cs typeface="Arial"/>
                <a:sym typeface="Calibri"/>
              </a:rPr>
              <a:t>Bullet point 1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Presentation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Calibri</vt:lpstr>
      <vt:lpstr>Microsoft YaHei</vt:lpstr>
      <vt:lpstr>Mangal</vt:lpstr>
      <vt:lpstr>Calibri Light</vt:lpstr>
      <vt:lpstr>Times New Roman</vt:lpstr>
      <vt:lpstr>Lucida Sans Unicode</vt:lpstr>
      <vt:lpstr>Tahoma</vt:lpstr>
      <vt:lpstr>Office Theme</vt:lpstr>
      <vt:lpstr>Sample PowerPoint Presentation</vt:lpstr>
      <vt:lpstr>Slide 1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Sample PPT</dc:title>
  <dc:creator>Вячеслав Дерюшев</dc:creator>
  <cp:lastModifiedBy>Вячеслав Дерюшев</cp:lastModifiedBy>
  <cp:revision>2</cp:revision>
  <cp:lastPrinted>2026-10-13T00:16:27.520</cp:lastPrinted>
  <dcterms:created xsi:type="dcterms:W3CDTF">2021-02-24T16:18:09Z</dcterms:created>
  <dcterms:modified xsi:type="dcterms:W3CDTF">2026-10-12T20:16:27Z</dcterms:modified>
</cp:coreProperties>
</file>