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  <p:sldMasterId id="2147483671" r:id="rId2"/>
    <p:sldMasterId id="2147483683" r:id="rId3"/>
  </p:sldMasterIdLst>
  <p:notesMasterIdLst>
    <p:notesMasterId r:id="rId4"/>
  </p:notesMasterIdLst>
  <p:handoutMasterIdLst>
    <p:handoutMasterId r:id="rId5"/>
  </p:handoutMasterIdLst>
  <p:sldIdLst>
    <p:sldId id="256" r:id="rId6"/>
    <p:sldId id="257" r:id="rId7"/>
  </p:sldIdLst>
  <p:sldSz cx="12192156" cy="6858065"/>
  <p:notesSz cx="7560469" cy="10692663"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 varScale="1"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viewProps" Target="viewProps.xml" /><Relationship Id="rId11" Type="http://schemas.openxmlformats.org/officeDocument/2006/relationships/theme" Target="theme/theme1.xml" /><Relationship Id="rId12" Type="http://schemas.openxmlformats.org/officeDocument/2006/relationships/tableStyles" Target="tableStyles.xml" /><Relationship Id="rId2" Type="http://schemas.openxmlformats.org/officeDocument/2006/relationships/slideMaster" Target="slideMasters/slideMaster2.xml" /><Relationship Id="rId3" Type="http://schemas.openxmlformats.org/officeDocument/2006/relationships/slideMaster" Target="slideMasters/slideMaster3.xml" /><Relationship Id="rId4" Type="http://schemas.openxmlformats.org/officeDocument/2006/relationships/notesMaster" Target="notesMasters/notesMaster1.xml" /><Relationship Id="rId5" Type="http://schemas.openxmlformats.org/officeDocument/2006/relationships/handoutMaster" Target="handoutMasters/handoutMaster1.xml" /><Relationship Id="rId6" Type="http://schemas.openxmlformats.org/officeDocument/2006/relationships/slide" Target="slides/slide1.xml" /><Relationship Id="rId7" Type="http://schemas.openxmlformats.org/officeDocument/2006/relationships/slide" Target="slides/slide2.xml" /><Relationship Id="rId8" Type="http://schemas.openxmlformats.org/officeDocument/2006/relationships/tags" Target="tags/tag1.xml" /><Relationship Id="rId9" Type="http://schemas.openxmlformats.org/officeDocument/2006/relationships/presProps" Target="presProps.xml" /></Relationships>
</file>

<file path=ppt/handoutMasters/_rels/handout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5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2" name="" title=""/>
          <p:cNvSpPr txBox="1"/>
          <p:nvPr>
            <p:ph type="hdr" idx="1"/>
          </p:nvPr>
        </p:nvSpPr>
        <p:spPr>
          <a:xfrm>
            <a:off x="0" y="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t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3" name="" title=""/>
          <p:cNvSpPr txBox="1"/>
          <p:nvPr>
            <p:ph type="dt" idx="2"/>
          </p:nvPr>
        </p:nvSpPr>
        <p:spPr>
          <a:xfrm>
            <a:off x="4279225" y="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t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4" name="" title=""/>
          <p:cNvSpPr txBox="1"/>
          <p:nvPr>
            <p:ph type="ftr" idx="3"/>
          </p:nvPr>
        </p:nvSpPr>
        <p:spPr>
          <a:xfrm>
            <a:off x="0" y="1015803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b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4279225" y="1015803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b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  <a:fld id="{93AE1883-0942-4AA3-9DB2-9C7C3A0314B1}" type="slidenum">
              <a:rPr sz="1800" b="0" i="0" u="none">
                <a:solidFill>
                  <a:srgbClr val="000000"/>
                </a:solidFill>
                <a:effectLst/>
                <a:latin typeface="Arial"/>
                <a:ea typeface="Microsoft YaHei"/>
                <a:cs typeface="Mangal"/>
                <a:sym typeface="Arial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4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Header 1" title="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Time 2" title=""/>
          <p:cNvSpPr txBox="1">
            <a:spLocks noGrp="1"/>
          </p:cNvSpPr>
          <p:nvPr>
            <p:ph type="dt" idx="1"/>
          </p:nvPr>
        </p:nvSpPr>
        <p:spPr>
          <a:xfrm>
            <a:off x="4645819" y="0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F2F05F-0447-4FF6-9296-BE8656E7C946}" type="datetimeFigureOut">
              <a:t>15.10.2026</a:t>
            </a:fld>
          </a:p>
        </p:txBody>
      </p:sp>
      <p:sp>
        <p:nvSpPr>
          <p:cNvPr id="4" name="SlideImage 3" title=""/>
          <p:cNvSpPr>
            <a:spLocks noGrp="1" noRot="1" noChangeAspect="1"/>
          </p:cNvSpPr>
          <p:nvPr>
            <p:ph type="sldImg" idx="2"/>
          </p:nvPr>
        </p:nvSpPr>
        <p:spPr>
          <a:xfrm>
            <a:off x="1037025" y="1143000"/>
            <a:ext cx="548641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4" title="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sz="1200"/>
            </a:defPPr>
          </a:lstStyle>
          <a:p>
            <a:r>
              <a:rPr smtClean="0"/>
              <a:t>First Level</a:t>
            </a:r>
          </a:p>
          <a:p>
            <a:pPr lvl="1"/>
            <a:r>
              <a:rPr smtClean="0"/>
              <a:t>Second Level</a:t>
            </a:r>
          </a:p>
          <a:p>
            <a:pPr lvl="2"/>
            <a:r>
              <a:rPr smtClean="0"/>
              <a:t>Third level</a:t>
            </a:r>
          </a:p>
          <a:p>
            <a:pPr lvl="3"/>
            <a:r>
              <a:rPr smtClean="0"/>
              <a:t>Fourth level</a:t>
            </a:r>
          </a:p>
          <a:p>
            <a:pPr lvl="4"/>
            <a:r>
              <a:rPr smtClean="0"/>
              <a:t>Fifth level</a:t>
            </a:r>
          </a:p>
        </p:txBody>
      </p:sp>
      <p:sp>
        <p:nvSpPr>
          <p:cNvPr id="6" name="Footer 5" title=""/>
          <p:cNvSpPr>
            <a:spLocks noGrp="1"/>
          </p:cNvSpPr>
          <p:nvPr>
            <p:ph type="ftr" sz="quarter" idx="4"/>
          </p:nvPr>
        </p:nvSpPr>
        <p:spPr>
          <a:xfrm>
            <a:off x="0" y="10197363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Number 6" title=""/>
          <p:cNvSpPr txBox="1">
            <a:spLocks noGrp="1"/>
          </p:cNvSpPr>
          <p:nvPr>
            <p:ph type="sldNum" sz="quarter" idx="5"/>
          </p:nvPr>
        </p:nvSpPr>
        <p:spPr>
          <a:xfrm>
            <a:off x="4645819" y="10197363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9FCCC-F58B-4BC1-98D2-FB1D0B672C84}" type="slidenum">
              <a:rPr smtClean="0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_rels/notesSlide2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2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Slide Image Placeholder 1" title="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 title=""/>
          <p:cNvSpPr>
            <a:spLocks noGrp="1"/>
          </p:cNvSpPr>
          <p:nvPr>
            <p:ph type="body" idx="1"/>
          </p:nvPr>
        </p:nvSpPr>
        <p:spPr/>
        <p:txBody>
          <a:bodyPr lIns="0" tIns="0" rIns="0" bIns="0" anchorCtr="1">
            <a:normAutofit/>
          </a:bodyPr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Slide Image Placeholder 1" title="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 title=""/>
          <p:cNvSpPr>
            <a:spLocks noGrp="1"/>
          </p:cNvSpPr>
          <p:nvPr>
            <p:ph type="body" idx="1"/>
          </p:nvPr>
        </p:nvSpPr>
        <p:spPr/>
        <p:txBody>
          <a:bodyPr lIns="0" tIns="0" rIns="0" bIns="0" anchorCtr="1">
            <a:normAutofit/>
          </a:bodyPr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E61F34A5-3F9B-49DD-9442-6CF93D8D66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61D7042E-319E-4E10-8256-8E03DE89A8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22D4187A-874B-4970-91D6-4562EB37A16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8659E6DD-75AC-4C52-88C1-615EE41722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91446" tIns="45723" rIns="91446" bIns="45723" anchor="ctr" anchorCtr="0"/>
          <a:lstStyle/>
          <a:p>
            <a:fld id="{346329BA-692F-448D-A0B1-8130226A84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91446" tIns="45723" rIns="91446" bIns="45723" anchor="ctr" anchorCtr="0"/>
          <a:lstStyle/>
          <a:p>
            <a:fld id="{A3E9AACF-124E-44B4-A205-2E3AD141E24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91446" tIns="45723" rIns="91446" bIns="45723" anchor="ctr" anchorCtr="0"/>
          <a:lstStyle/>
          <a:p>
            <a:fld id="{A3C9C8C0-2542-4963-B6A7-733BE04668D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21244566-D2DA-454C-9A1C-CD25938309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864A8CBE-B410-4754-9D14-44BA651C5F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0A37BE20-6E04-4C4F-852A-B439A044F9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61A47F38-3D64-4EDD-B1BD-750ADD49C3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E61F34A5-3F9B-49DD-9442-6CF93D8D66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61D7042E-319E-4E10-8256-8E03DE89A8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22D4187A-874B-4970-91D6-4562EB37A16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659E6DD-75AC-4C52-88C1-615EE41722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0" tIns="0" rIns="0" bIns="0" anchorCtr="0"/>
          <a:lstStyle/>
          <a:p>
            <a:fld id="{346329BA-692F-448D-A0B1-8130226A84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0" tIns="0" rIns="0" bIns="0" anchorCtr="0"/>
          <a:lstStyle/>
          <a:p>
            <a:fld id="{A3E9AACF-124E-44B4-A205-2E3AD141E24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0" tIns="0" rIns="0" bIns="0" anchorCtr="0"/>
          <a:lstStyle/>
          <a:p>
            <a:fld id="{A3C9C8C0-2542-4963-B6A7-733BE04668D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21244566-D2DA-454C-9A1C-CD25938309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64A8CBE-B410-4754-9D14-44BA651C5F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0A37BE20-6E04-4C4F-852A-B439A044F9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61A47F38-3D64-4EDD-B1BD-750ADD49C3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E61F34A5-3F9B-49DD-9442-6CF93D8D66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61D7042E-319E-4E10-8256-8E03DE89A8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22D4187A-874B-4970-91D6-4562EB37A16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659E6DD-75AC-4C52-88C1-615EE41722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0" tIns="0" rIns="0" bIns="0" anchorCtr="0"/>
          <a:lstStyle/>
          <a:p>
            <a:fld id="{346329BA-692F-448D-A0B1-8130226A84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0" tIns="0" rIns="0" bIns="0" anchorCtr="0"/>
          <a:lstStyle/>
          <a:p>
            <a:fld id="{A3E9AACF-124E-44B4-A205-2E3AD141E24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0" tIns="0" rIns="0" bIns="0" anchorCtr="0"/>
          <a:lstStyle/>
          <a:p>
            <a:fld id="{A3C9C8C0-2542-4963-B6A7-733BE04668D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21244566-D2DA-454C-9A1C-CD25938309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64A8CBE-B410-4754-9D14-44BA651C5F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0A37BE20-6E04-4C4F-852A-B439A044F9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61A47F38-3D64-4EDD-B1BD-750ADD49C3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theme" Target="../theme/theme2.xml" /><Relationship Id="rId2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_rels/slideMaster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10" Type="http://schemas.openxmlformats.org/officeDocument/2006/relationships/slideLayout" Target="../slideLayouts/slideLayout32.xml" /><Relationship Id="rId11" Type="http://schemas.openxmlformats.org/officeDocument/2006/relationships/slideLayout" Target="../slideLayouts/slideLayout33.xml" /><Relationship Id="rId12" Type="http://schemas.openxmlformats.org/officeDocument/2006/relationships/theme" Target="../theme/theme3.xml" /><Relationship Id="rId2" Type="http://schemas.openxmlformats.org/officeDocument/2006/relationships/slideLayout" Target="../slideLayouts/slideLayout24.xml" /><Relationship Id="rId3" Type="http://schemas.openxmlformats.org/officeDocument/2006/relationships/slideLayout" Target="../slideLayouts/slideLayout25.xml" /><Relationship Id="rId4" Type="http://schemas.openxmlformats.org/officeDocument/2006/relationships/slideLayout" Target="../slideLayouts/slideLayout26.xml" /><Relationship Id="rId5" Type="http://schemas.openxmlformats.org/officeDocument/2006/relationships/slideLayout" Target="../slideLayouts/slideLayout27.xml" /><Relationship Id="rId6" Type="http://schemas.openxmlformats.org/officeDocument/2006/relationships/slideLayout" Target="../slideLayouts/slideLayout28.xml" /><Relationship Id="rId7" Type="http://schemas.openxmlformats.org/officeDocument/2006/relationships/slideLayout" Target="../slideLayouts/slideLayout29.xml" /><Relationship Id="rId8" Type="http://schemas.openxmlformats.org/officeDocument/2006/relationships/slideLayout" Target="../slideLayouts/slideLayout30.xml" /><Relationship Id="rId9" Type="http://schemas.openxmlformats.org/officeDocument/2006/relationships/slideLayout" Target="../slideLayouts/slideLayout3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7" name="" title=""/>
          <p:cNvSpPr txBox="1"/>
          <p:nvPr>
            <p:ph type="title" idx="1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91446" tIns="45723" rIns="91446" bIns="45723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8" name="" title=""/>
          <p:cNvSpPr txBox="1"/>
          <p:nvPr>
            <p:ph type="body" idx="2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91446" tIns="45723" rIns="91446" bIns="45723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text styles</a:t>
            </a:r>
          </a:p>
          <a:p>
            <a:pPr marL="685843" marR="0" lvl="1" indent="-228614" algn="l">
              <a:lnSpc>
                <a:spcPct val="90000"/>
              </a:lnSpc>
              <a:spcBef>
                <a:spcPct val="0"/>
              </a:spcBef>
              <a:spcAft>
                <a:spcPts val="1134"/>
              </a:spcAft>
              <a:buClr>
                <a:srgbClr val="000000"/>
              </a:buClr>
              <a:buSzTx/>
              <a:buChar char="•"/>
              <a:defRPr sz="280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Second level</a:t>
            </a:r>
          </a:p>
          <a:p>
            <a:pPr marL="1143071" marR="0" lvl="2" indent="-228614" algn="l">
              <a:lnSpc>
                <a:spcPct val="90000"/>
              </a:lnSpc>
              <a:spcBef>
                <a:spcPct val="0"/>
              </a:spcBef>
              <a:spcAft>
                <a:spcPts val="850"/>
              </a:spcAft>
              <a:buClr>
                <a:srgbClr val="000000"/>
              </a:buClr>
              <a:buSzTx/>
              <a:buChar char="•"/>
              <a:defRPr sz="2400">
                <a:latin typeface="Arial"/>
                <a:ea typeface="Microsoft YaHei"/>
                <a:cs typeface="Mangal"/>
                <a:sym typeface="Arial"/>
              </a:defRPr>
            </a:pPr>
            <a:r>
              <a:rPr sz="20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Third level</a:t>
            </a:r>
          </a:p>
          <a:p>
            <a:pPr marL="1600299" marR="0" lvl="3" indent="-228614" algn="l">
              <a:lnSpc>
                <a:spcPct val="90000"/>
              </a:lnSpc>
              <a:spcBef>
                <a:spcPct val="0"/>
              </a:spcBef>
              <a:spcAft>
                <a:spcPts val="567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Fourth level</a:t>
            </a:r>
          </a:p>
          <a:p>
            <a:pPr marL="2057528" marR="0" lvl="4" indent="-228614" algn="l">
              <a:lnSpc>
                <a:spcPct val="90000"/>
              </a:lnSpc>
              <a:spcBef>
                <a:spcPct val="0"/>
              </a:spcBef>
              <a:spcAft>
                <a:spcPts val="283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Fifth level</a:t>
            </a:r>
          </a:p>
        </p:txBody>
      </p:sp>
      <p:sp>
        <p:nvSpPr>
          <p:cNvPr id="9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91446" tIns="45723" rIns="91446" bIns="45723" anchor="ctr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10" name="" title=""/>
          <p:cNvSpPr txBox="1"/>
          <p:nvPr>
            <p:ph type="ftr" idx="4"/>
          </p:nvPr>
        </p:nvSpPr>
        <p:spPr>
          <a:xfrm>
            <a:off x="4038730" y="6356194"/>
            <a:ext cx="4114695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/>
        </p:txBody>
      </p:sp>
      <p:sp>
        <p:nvSpPr>
          <p:cNvPr id="11" name="" title=""/>
          <p:cNvSpPr txBox="1"/>
          <p:nvPr>
            <p:ph type="sldNum" idx="5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1"/>
          </p:nvPr>
        </p:nvSpPr>
        <p:spPr>
          <a:xfrm>
            <a:off x="1523974" y="1122190"/>
            <a:ext cx="9143847" cy="238766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b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60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3" name="" title=""/>
          <p:cNvSpPr txBox="1"/>
          <p:nvPr>
            <p:ph type="subTitle" idx="2"/>
          </p:nvPr>
        </p:nvSpPr>
        <p:spPr>
          <a:xfrm>
            <a:off x="1523974" y="3602024"/>
            <a:ext cx="9143847" cy="165574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ts val="1001"/>
              </a:spcBef>
              <a:spcAft>
                <a:spcPct val="0"/>
              </a:spcAft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subtitle style</a:t>
            </a:r>
          </a:p>
        </p:txBody>
      </p:sp>
      <p:sp>
        <p:nvSpPr>
          <p:cNvPr id="4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  <p:sp>
        <p:nvSpPr>
          <p:cNvPr id="6" name="" title=""/>
          <p:cNvSpPr txBox="1"/>
          <p:nvPr>
            <p:ph type="body" idx="5"/>
          </p:nvPr>
        </p:nvSpPr>
        <p:spPr>
          <a:xfrm>
            <a:off x="609518" y="1604620"/>
            <a:ext cx="10972400" cy="45258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1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3" name="" title=""/>
          <p:cNvSpPr txBox="1"/>
          <p:nvPr>
            <p:ph type="body" idx="2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text styles</a:t>
            </a:r>
          </a:p>
          <a:p>
            <a:pPr marL="685843" marR="0" lvl="1" indent="-228614" algn="l">
              <a:lnSpc>
                <a:spcPct val="90000"/>
              </a:lnSpc>
              <a:spcBef>
                <a:spcPct val="0"/>
              </a:spcBef>
              <a:spcAft>
                <a:spcPts val="1134"/>
              </a:spcAft>
              <a:buClr>
                <a:srgbClr val="000000"/>
              </a:buClr>
              <a:buSzTx/>
              <a:buChar char="•"/>
              <a:defRPr sz="280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Second level</a:t>
            </a:r>
          </a:p>
          <a:p>
            <a:pPr marL="1143071" marR="0" lvl="2" indent="-228614" algn="l">
              <a:lnSpc>
                <a:spcPct val="90000"/>
              </a:lnSpc>
              <a:spcBef>
                <a:spcPct val="0"/>
              </a:spcBef>
              <a:spcAft>
                <a:spcPts val="850"/>
              </a:spcAft>
              <a:buClr>
                <a:srgbClr val="000000"/>
              </a:buClr>
              <a:buSzTx/>
              <a:buChar char="•"/>
              <a:defRPr sz="2400">
                <a:latin typeface="Arial"/>
                <a:ea typeface="Microsoft YaHei"/>
                <a:cs typeface="Mangal"/>
                <a:sym typeface="Arial"/>
              </a:defRPr>
            </a:pPr>
            <a:r>
              <a:rPr sz="20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Third level</a:t>
            </a:r>
          </a:p>
          <a:p>
            <a:pPr marL="1600299" marR="0" lvl="3" indent="-228614" algn="l">
              <a:lnSpc>
                <a:spcPct val="90000"/>
              </a:lnSpc>
              <a:spcBef>
                <a:spcPct val="0"/>
              </a:spcBef>
              <a:spcAft>
                <a:spcPts val="567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Fourth level</a:t>
            </a:r>
          </a:p>
          <a:p>
            <a:pPr marL="2057528" marR="0" lvl="4" indent="-228614" algn="l">
              <a:lnSpc>
                <a:spcPct val="90000"/>
              </a:lnSpc>
              <a:spcBef>
                <a:spcPct val="0"/>
              </a:spcBef>
              <a:spcAft>
                <a:spcPts val="283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Fifth level</a:t>
            </a:r>
          </a:p>
        </p:txBody>
      </p:sp>
      <p:sp>
        <p:nvSpPr>
          <p:cNvPr id="4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 /><Relationship Id="rId2" Type="http://schemas.openxmlformats.org/officeDocument/2006/relationships/notesSlide" Target="../notesSlides/notesSlide1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Slide_256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3"/>
          </p:nvPr>
        </p:nvSpPr>
        <p:spPr>
          <a:xfrm>
            <a:off x="1523974" y="1122190"/>
            <a:ext cx="9143847" cy="238766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60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Sample PowerPoint Presentation</a:t>
            </a:r>
          </a:p>
        </p:txBody>
      </p:sp>
      <p:sp>
        <p:nvSpPr>
          <p:cNvPr id="3" name="" title=""/>
          <p:cNvSpPr txBox="1"/>
          <p:nvPr>
            <p:ph type="subTitle" idx="4"/>
          </p:nvPr>
        </p:nvSpPr>
        <p:spPr>
          <a:xfrm>
            <a:off x="1523974" y="3602024"/>
            <a:ext cx="9143847" cy="165574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ts val="1001"/>
              </a:spcBef>
              <a:spcAft>
                <a:spcPct val="0"/>
              </a:spcAft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GroupDocs.Assembly for Java</a:t>
            </a: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 - Hello world!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Slide_257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3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Slide 1</a:t>
            </a:r>
          </a:p>
        </p:txBody>
      </p:sp>
      <p:sp>
        <p:nvSpPr>
          <p:cNvPr id="3" name="" title=""/>
          <p:cNvSpPr txBox="1"/>
          <p:nvPr>
            <p:ph type="body" idx="4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Bullet point 1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Presentation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a="http://schemas.openxmlformats.org/drawingml/2006/main" name="Presentation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4</Paragraphs>
  <Slides>2</Slides>
  <Notes>2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11">
      <vt:lpstr>Arial</vt:lpstr>
      <vt:lpstr>Calibri</vt:lpstr>
      <vt:lpstr>Microsoft YaHei</vt:lpstr>
      <vt:lpstr>Mangal</vt:lpstr>
      <vt:lpstr>Calibri Light</vt:lpstr>
      <vt:lpstr>Times New Roman</vt:lpstr>
      <vt:lpstr>Lucida Sans Unicode</vt:lpstr>
      <vt:lpstr>Tahoma</vt:lpstr>
      <vt:lpstr>Office Theme</vt:lpstr>
      <vt:lpstr>Sample PowerPoint Presentation</vt:lpstr>
      <vt:lpstr>Slide 1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 PPT</dc:title>
  <dc:creator>Вячеслав Дерюшев</dc:creator>
  <cp:lastModifiedBy>Вячеслав Дерюшев</cp:lastModifiedBy>
  <cp:revision>2</cp:revision>
  <cp:lastPrinted>2026-10-15T00:45:04.800</cp:lastPrinted>
  <dcterms:created xsi:type="dcterms:W3CDTF">2021-02-24T16:18:09Z</dcterms:created>
  <dcterms:modified xsi:type="dcterms:W3CDTF">2026-10-14T20:45:05Z</dcterms:modified>
</cp:coreProperties>
</file>