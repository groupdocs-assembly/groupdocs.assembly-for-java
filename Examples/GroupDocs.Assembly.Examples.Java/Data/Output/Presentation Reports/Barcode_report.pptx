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3160235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70310036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47435413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5002287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88192516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46717225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50616046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5889064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4070168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62077537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0688724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DF0CD-CC73-4302-8527-EA44EB2B1F23}" type="datetimeFigureOut">
              <a:rPr lang="ru-RU" smtClean="0"/>
              <a:t>28.08.2016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FC8E3-CB4C-4C38-A723-81803DC6FF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363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TextBox 3"/>
          <p:cNvSpPr txBox="1"/>
          <p:nvPr/>
        </p:nvSpPr>
        <p:spPr>
          <a:xfrm>
            <a:off x="3443111" y="2054577"/>
            <a:ext cx="2981741" cy="157184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 rtlCol="0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val="3265680767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2</cp:revision>
  <dcterms:created xsi:type="dcterms:W3CDTF">2016-08-28T10:59:23Z</dcterms:created>
  <dcterms:modified xsi:type="dcterms:W3CDTF">2026-10-12T20:16:19Z</dcterms:modified>
</cp:coreProperties>
</file>