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Default Extension="png" ContentType="image/pn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&#65279;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officeDocument/2006/relationships/extended-properties" Target="docProps/app.xml" /><Relationship Id="rId4" Type="http://schemas.openxmlformats.org/package/2006/relationships/metadata/thumbnail" Target="docProps/thumbnail.jpeg" /></Relationships>
</file>

<file path=ppt/presentation.xml><?xml version="1.0" encoding="utf-8"?>
<!--Generated by Aspose.Slides for Java 26.2-->
<p:presentation xmlns:r="http://schemas.openxmlformats.org/officeDocument/2006/relationships" xmlns:a="http://schemas.openxmlformats.org/drawingml/2006/main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custDataLst>
    <p:tags r:id="rId3"/>
  </p:custDataLst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/>
</p:presentation>
</file>

<file path=ppt/presProps.xml><?xml version="1.0" encoding="utf-8"?>
<p:presentationPr xmlns:r="http://schemas.openxmlformats.org/officeDocument/2006/relationships" xmlns:a="http://schemas.openxmlformats.org/drawingml/2006/main" xmlns:p="http://schemas.openxmlformats.org/presentationml/2006/main">
  <p:showPr showNarration="1">
    <p:present/>
    <p:extLs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  <p:ext uri="{1BD7E111-0CB8-44D6-8891-C1BB2F81B7CC}">
      <p1710:readonlyRecommended xmlns:p1710="http://schemas.microsoft.com/office/powerpoint/2017/10/main" val="0"/>
    </p:ext>
  </p:extLst>
</p:presentationPr>
</file>

<file path=ppt/tableStyles.xml><?xml version="1.0" encoding="utf-8"?>
<a:tblStyleLst xmlns:r="http://schemas.openxmlformats.org/officeDocument/2006/relationships"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5" d="100"/>
          <a:sy n="85" d="100"/>
        </p:scale>
        <p:origin x="618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>
      <p:cViewPr>
        <p:scale>
          <a:sx n="1" d="100"/>
          <a:sy n="1" d="100"/>
        </p:scale>
        <p:origin x="0" y="0"/>
      </p:cViewPr>
      <p:guideLst/>
    </p:cSldViewPr>
  </p:notesViewPr>
  <p:gridSpacing cx="72008" cy="72008"/>
</p:viewPr>
</file>

<file path=ppt/_rels/presentation.xml.rels>&#65279;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 /><Relationship Id="rId2" Type="http://schemas.openxmlformats.org/officeDocument/2006/relationships/slide" Target="slides/slide1.xml" /><Relationship Id="rId3" Type="http://schemas.openxmlformats.org/officeDocument/2006/relationships/tags" Target="tags/tag1.xml" /><Relationship Id="rId4" Type="http://schemas.openxmlformats.org/officeDocument/2006/relationships/presProps" Target="presProps.xml" /><Relationship Id="rId5" Type="http://schemas.openxmlformats.org/officeDocument/2006/relationships/viewProps" Target="viewProps.xml" /><Relationship Id="rId6" Type="http://schemas.openxmlformats.org/officeDocument/2006/relationships/theme" Target="theme/theme1.xml" /><Relationship Id="rId7" Type="http://schemas.openxmlformats.org/officeDocument/2006/relationships/tableStyles" Target="tableStyles.xml" /></Relationships>
</file>

<file path=ppt/slideLayouts/_rels/slideLayout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slideLayout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6DF0CD-CC73-4302-8527-EA44EB2B1F23}" type="datetimeFigureOut">
              <a:rPr lang="ru-RU" smtClean="0"/>
              <a:t>28.08.2016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DFC8E3-CB4C-4C38-A723-81803DC6FF3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2931602355"/>
      </p:ext>
    </p:extLst>
  </p:cSld>
  <p:clrMapOvr>
    <a:masterClrMapping/>
  </p:clrMapOvr>
  <p:transition/>
  <p:timing/>
</p:sldLayout>
</file>

<file path=ppt/slideLayouts/slideLayout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6DF0CD-CC73-4302-8527-EA44EB2B1F23}" type="datetimeFigureOut">
              <a:rPr lang="ru-RU" smtClean="0"/>
              <a:t>28.08.2016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DFC8E3-CB4C-4C38-A723-81803DC6FF3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1570310036"/>
      </p:ext>
    </p:extLst>
  </p:cSld>
  <p:clrMapOvr>
    <a:masterClrMapping/>
  </p:clrMapOvr>
  <p:transition/>
  <p:timing/>
</p:sldLayout>
</file>

<file path=ppt/slideLayouts/slideLayout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6DF0CD-CC73-4302-8527-EA44EB2B1F23}" type="datetimeFigureOut">
              <a:rPr lang="ru-RU" smtClean="0"/>
              <a:t>28.08.2016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DFC8E3-CB4C-4C38-A723-81803DC6FF3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2347435413"/>
      </p:ext>
    </p:extLst>
  </p:cSld>
  <p:clrMapOvr>
    <a:masterClrMapping/>
  </p:clrMapOvr>
  <p:transition/>
  <p:timing/>
</p:sldLayout>
</file>

<file path=ppt/slideLayouts/slideLayout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6DF0CD-CC73-4302-8527-EA44EB2B1F23}" type="datetimeFigureOut">
              <a:rPr lang="ru-RU" smtClean="0"/>
              <a:t>28.08.2016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DFC8E3-CB4C-4C38-A723-81803DC6FF3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1650022877"/>
      </p:ext>
    </p:extLst>
  </p:cSld>
  <p:clrMapOvr>
    <a:masterClrMapping/>
  </p:clrMapOvr>
  <p:transition/>
  <p:timing/>
</p:sldLayout>
</file>

<file path=ppt/slideLayouts/slideLayout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6DF0CD-CC73-4302-8527-EA44EB2B1F23}" type="datetimeFigureOut">
              <a:rPr lang="ru-RU" smtClean="0"/>
              <a:t>28.08.2016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DFC8E3-CB4C-4C38-A723-81803DC6FF3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881925161"/>
      </p:ext>
    </p:extLst>
  </p:cSld>
  <p:clrMapOvr>
    <a:masterClrMapping/>
  </p:clrMapOvr>
  <p:transition/>
  <p:timing/>
</p:sldLayout>
</file>

<file path=ppt/slideLayouts/slideLayout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6DF0CD-CC73-4302-8527-EA44EB2B1F23}" type="datetimeFigureOut">
              <a:rPr lang="ru-RU" smtClean="0"/>
              <a:t>28.08.2016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DFC8E3-CB4C-4C38-A723-81803DC6FF3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4246717225"/>
      </p:ext>
    </p:extLst>
  </p:cSld>
  <p:clrMapOvr>
    <a:masterClrMapping/>
  </p:clrMapOvr>
  <p:transition/>
  <p:timing/>
</p:sldLayout>
</file>

<file path=ppt/slideLayouts/slideLayout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6DF0CD-CC73-4302-8527-EA44EB2B1F23}" type="datetimeFigureOut">
              <a:rPr lang="ru-RU" smtClean="0"/>
              <a:t>28.08.2016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DFC8E3-CB4C-4C38-A723-81803DC6FF3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2750616046"/>
      </p:ext>
    </p:extLst>
  </p:cSld>
  <p:clrMapOvr>
    <a:masterClrMapping/>
  </p:clrMapOvr>
  <p:transition/>
  <p:timing/>
</p:sldLayout>
</file>

<file path=ppt/slideLayouts/slideLayout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6DF0CD-CC73-4302-8527-EA44EB2B1F23}" type="datetimeFigureOut">
              <a:rPr lang="ru-RU" smtClean="0"/>
              <a:t>28.08.2016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DFC8E3-CB4C-4C38-A723-81803DC6FF3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758890643"/>
      </p:ext>
    </p:extLst>
  </p:cSld>
  <p:clrMapOvr>
    <a:masterClrMapping/>
  </p:clrMapOvr>
  <p:transition/>
  <p:timing/>
</p:sldLayout>
</file>

<file path=ppt/slideLayouts/slideLayout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6DF0CD-CC73-4302-8527-EA44EB2B1F23}" type="datetimeFigureOut">
              <a:rPr lang="ru-RU" smtClean="0"/>
              <a:t>28.08.2016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DFC8E3-CB4C-4C38-A723-81803DC6FF3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244070168"/>
      </p:ext>
    </p:extLst>
  </p:cSld>
  <p:clrMapOvr>
    <a:masterClrMapping/>
  </p:clrMapOvr>
  <p:transition/>
  <p:timing/>
</p:sldLayout>
</file>

<file path=ppt/slideLayouts/slideLayout1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6DF0CD-CC73-4302-8527-EA44EB2B1F23}" type="datetimeFigureOut">
              <a:rPr lang="ru-RU" smtClean="0"/>
              <a:t>28.08.2016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DFC8E3-CB4C-4C38-A723-81803DC6FF3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4162077537"/>
      </p:ext>
    </p:extLst>
  </p:cSld>
  <p:clrMapOvr>
    <a:masterClrMapping/>
  </p:clrMapOvr>
  <p:transition/>
  <p:timing/>
</p:sldLayout>
</file>

<file path=ppt/slideLayouts/slideLayout1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6DF0CD-CC73-4302-8527-EA44EB2B1F23}" type="datetimeFigureOut">
              <a:rPr lang="ru-RU" smtClean="0"/>
              <a:t>28.08.2016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DFC8E3-CB4C-4C38-A723-81803DC6FF3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1506887242"/>
      </p:ext>
    </p:extLst>
  </p:cSld>
  <p:clrMapOvr>
    <a:masterClrMapping/>
  </p:clrMapOvr>
  <p:transition/>
  <p:timing/>
</p:sldLayout>
</file>

<file path=ppt/slideMasters/_rels/slideMaster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 /><Relationship Id="rId10" Type="http://schemas.openxmlformats.org/officeDocument/2006/relationships/slideLayout" Target="../slideLayouts/slideLayout10.xml" /><Relationship Id="rId11" Type="http://schemas.openxmlformats.org/officeDocument/2006/relationships/slideLayout" Target="../slideLayouts/slideLayout11.xml" /><Relationship Id="rId12" Type="http://schemas.openxmlformats.org/officeDocument/2006/relationships/theme" Target="../theme/theme1.xml" /><Relationship Id="rId2" Type="http://schemas.openxmlformats.org/officeDocument/2006/relationships/slideLayout" Target="../slideLayouts/slideLayout2.xml" /><Relationship Id="rId3" Type="http://schemas.openxmlformats.org/officeDocument/2006/relationships/slideLayout" Target="../slideLayouts/slideLayout3.xml" /><Relationship Id="rId4" Type="http://schemas.openxmlformats.org/officeDocument/2006/relationships/slideLayout" Target="../slideLayouts/slideLayout4.xml" /><Relationship Id="rId5" Type="http://schemas.openxmlformats.org/officeDocument/2006/relationships/slideLayout" Target="../slideLayouts/slideLayout5.xml" /><Relationship Id="rId6" Type="http://schemas.openxmlformats.org/officeDocument/2006/relationships/slideLayout" Target="../slideLayouts/slideLayout6.xml" /><Relationship Id="rId7" Type="http://schemas.openxmlformats.org/officeDocument/2006/relationships/slideLayout" Target="../slideLayouts/slideLayout7.xml" /><Relationship Id="rId8" Type="http://schemas.openxmlformats.org/officeDocument/2006/relationships/slideLayout" Target="../slideLayouts/slideLayout8.xml" /><Relationship Id="rId9" Type="http://schemas.openxmlformats.org/officeDocument/2006/relationships/slideLayout" Target="../slideLayouts/slideLayout9.xml" /></Relationships>
</file>

<file path=ppt/slideMasters/slideMaster1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56DF0CD-CC73-4302-8527-EA44EB2B1F23}" type="datetimeFigureOut">
              <a:rPr lang="ru-RU" smtClean="0"/>
              <a:t>28.08.2016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CDFC8E3-CB4C-4C38-A723-81803DC6FF3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29363221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/>
  <p:timing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 /><Relationship Id="rId2" Type="http://schemas.openxmlformats.org/officeDocument/2006/relationships/image" Target="../media/image1.png" /></Relationships>
</file>

<file path=ppt/slides/slide1.xml><?xml version="1.0" encoding="utf-8"?>
<p:sld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4" name="TextBox 3"/>
          <p:cNvSpPr txBox="1"/>
          <p:nvPr/>
        </p:nvSpPr>
        <p:spPr>
          <a:xfrm>
            <a:off x="3443111" y="2054577"/>
            <a:ext cx="2981741" cy="1571844"/>
          </a:xfrm>
          <a:prstGeom prst="rect">
            <a:avLst/>
          </a:prstGeom>
          <a:blipFill>
            <a:blip r:embed="rId2"/>
            <a:stretch>
              <a:fillRect/>
            </a:stretch>
          </a:blipFill>
        </p:spPr>
        <p:txBody>
          <a:bodyPr wrap="none" rtlCol="0">
            <a:noAutofit/>
          </a:bodyPr>
          <a:lstStyle/>
          <a:p>
            <a:endParaRPr lang="ru-RU"/>
          </a:p>
        </p:txBody>
      </p:sp>
    </p:spTree>
    <p:extLst>
      <p:ext uri="{BB962C8B-B14F-4D97-AF65-F5344CB8AC3E}">
        <p14:creationId val="3265680767"/>
      </p:ext>
    </p:extLst>
  </p:cSld>
  <p:clrMapOvr>
    <a:masterClrMapping/>
  </p:clrMapOvr>
  <p:transition/>
  <p:timing/>
</p:sld>
</file>

<file path=ppt/tags/tag1.xml><?xml version="1.0" encoding="utf-8"?>
<p:tagLst xmlns:p="http://schemas.openxmlformats.org/presentationml/2006/main">
  <p:tag name="AS_OS" val="Microsoft Windows NT 10.0"/>
  <p:tag name="AS_RELEASE_DATE" val="2026.02.28"/>
  <p:tag name="AS_TITLE" val="Aspose.Slides for Java"/>
  <p:tag name="AS_VERSION" val="26.2"/>
</p:tagLst>
</file>

<file path=ppt/theme/theme1.xml><?xml version="1.0" encoding="utf-8"?>
<a:theme xmlns:r="http://schemas.openxmlformats.org/officeDocument/2006/relationships"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Calibri Light" panose="020f0302020204030204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Calibri" panose="020f0502020204030204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:vt="http://schemas.openxmlformats.org/officeDocument/2006/docPropsVTypes" xmlns="http://schemas.openxmlformats.org/officeDocument/2006/extended-properties">
  <Company/>
  <PresentationFormat>Widescreen</PresentationFormat>
  <Paragraphs>0</Paragraphs>
  <Slides>1</Slides>
  <Notes>0</Notes>
  <TotalTime>1</TotalTime>
  <HiddenSlides>0</HiddenSlides>
  <MMClips>0</MMClips>
  <ScaleCrop>0</ScaleCrop>
  <HeadingPairs>
    <vt:vector baseType="variant" size="6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baseType="lpstr" size="5">
      <vt:lpstr>Arial</vt:lpstr>
      <vt:lpstr>Calibri Light</vt:lpstr>
      <vt:lpstr>Calibri</vt:lpstr>
      <vt:lpstr>Office Theme</vt:lpstr>
      <vt:lpstr>PowerPoint Presentation</vt:lpstr>
    </vt:vector>
  </TitlesOfParts>
  <LinksUpToDate>0</LinksUpToDate>
  <SharedDoc>0</SharedDoc>
  <HyperlinksChanged>0</HyperlinksChanged>
  <Application>Aspose.Slides for Java</Application>
  <AppVersion>26.0200</AppVersion>
</Properties>
</file>

<file path=docProps/core.xml><?xml version="1.0" encoding="utf-8"?>
<cp:coreProperties xmlns:dc="http://purl.org/dc/elements/1.1/" xmlns:dcterms="http://purl.org/dc/terms/" xmlns:dcmitype="http://purl.org/dc/dcmitype/" xmlns:xsi="http://www.w3.org/2001/XMLSchema-instance" xmlns:cp="http://schemas.openxmlformats.org/package/2006/metadata/core-properties">
  <dc:title>PowerPoint Presentation</dc:title>
  <dc:creator>Иван</dc:creator>
  <cp:lastModifiedBy>Иван</cp:lastModifiedBy>
  <cp:revision>2</cp:revision>
  <dcterms:created xsi:type="dcterms:W3CDTF">2016-08-28T10:59:23Z</dcterms:created>
  <dcterms:modified xsi:type="dcterms:W3CDTF">2026-09-25T12:41:18Z</dcterms:modified>
</cp:coreProperties>
</file>